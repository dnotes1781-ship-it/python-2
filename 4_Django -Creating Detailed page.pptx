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14" r:id="rId3"/>
    <p:sldId id="257" r:id="rId4"/>
    <p:sldId id="259" r:id="rId5"/>
    <p:sldId id="292" r:id="rId6"/>
    <p:sldId id="289" r:id="rId7"/>
    <p:sldId id="293" r:id="rId8"/>
    <p:sldId id="294" r:id="rId9"/>
    <p:sldId id="295" r:id="rId10"/>
    <p:sldId id="290" r:id="rId11"/>
    <p:sldId id="291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F5CB1-6663-4127-84C3-952EDC7AEA0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D8522-CB71-44FC-A7C8-9AA6547BD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2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9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44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5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7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8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7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7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9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CDCB00-0716-4DB9-BD81-0CC3D1FB335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2029-F1CB-4AF9-B7A2-6E20A4A44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Django -</a:t>
            </a:r>
            <a:r>
              <a:rPr lang="en-US" sz="6000" b="1" dirty="0"/>
              <a:t> </a:t>
            </a:r>
            <a:r>
              <a:rPr lang="en-US" sz="5400" b="1" dirty="0"/>
              <a:t>Creating a Movie</a:t>
            </a:r>
            <a:br>
              <a:rPr lang="en-US" sz="5400" b="1" dirty="0"/>
            </a:br>
            <a:r>
              <a:rPr lang="en-US" sz="5400" b="1" dirty="0"/>
              <a:t>Detail Page</a:t>
            </a:r>
            <a:endParaRPr lang="en-US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D8FB8-3CB9-4717-B0CD-883B3EB39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AMI PATEL</a:t>
            </a:r>
          </a:p>
        </p:txBody>
      </p:sp>
    </p:spTree>
    <p:extLst>
      <p:ext uri="{BB962C8B-B14F-4D97-AF65-F5344CB8AC3E}">
        <p14:creationId xmlns:p14="http://schemas.microsoft.com/office/powerpoint/2010/main" val="54917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Georgia"/>
              <a:buNone/>
            </a:pPr>
            <a:r>
              <a:rPr lang="en-IN" dirty="0" err="1"/>
              <a:t>CheatSheet</a:t>
            </a:r>
            <a:r>
              <a:rPr lang="en-IN" dirty="0"/>
              <a:t>-commands</a:t>
            </a:r>
            <a:endParaRPr dirty="0"/>
          </a:p>
        </p:txBody>
      </p:sp>
      <p:sp>
        <p:nvSpPr>
          <p:cNvPr id="482" name="Google Shape;482;p5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>
                <a:highlight>
                  <a:srgbClr val="FFFF00"/>
                </a:highlight>
              </a:rPr>
              <a:t>pip install </a:t>
            </a:r>
            <a:r>
              <a:rPr lang="en-IN" sz="1600" dirty="0" err="1">
                <a:highlight>
                  <a:srgbClr val="FFFF00"/>
                </a:highlight>
              </a:rPr>
              <a:t>virtualenv</a:t>
            </a:r>
            <a:endParaRPr sz="1600" dirty="0">
              <a:highlight>
                <a:srgbClr val="FFFF00"/>
              </a:highlight>
            </a:endParaRP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>
                <a:highlight>
                  <a:srgbClr val="FFFF00"/>
                </a:highlight>
              </a:rPr>
              <a:t>python –m </a:t>
            </a:r>
            <a:r>
              <a:rPr lang="en-IN" sz="1600" dirty="0" err="1">
                <a:highlight>
                  <a:srgbClr val="FFFF00"/>
                </a:highlight>
              </a:rPr>
              <a:t>venv</a:t>
            </a:r>
            <a:r>
              <a:rPr lang="en-IN" sz="1600" dirty="0">
                <a:highlight>
                  <a:srgbClr val="FFFF00"/>
                </a:highlight>
              </a:rPr>
              <a:t> &lt;name of environment&gt;</a:t>
            </a:r>
            <a:endParaRPr dirty="0">
              <a:highlight>
                <a:srgbClr val="FFFF00"/>
              </a:highlight>
            </a:endParaRP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>
                <a:highlight>
                  <a:srgbClr val="FFFF00"/>
                </a:highlight>
              </a:rPr>
              <a:t> &lt;name of environment&gt;/Scripts/activate</a:t>
            </a:r>
            <a:endParaRPr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IN" sz="1600" dirty="0">
                <a:highlight>
                  <a:srgbClr val="00FFFF"/>
                </a:highlight>
              </a:rPr>
              <a:t>Above steps are not mandatory you can directly start from next step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pip install </a:t>
            </a:r>
            <a:r>
              <a:rPr lang="en-IN" sz="1600" dirty="0" err="1"/>
              <a:t>django</a:t>
            </a:r>
            <a:endParaRPr sz="16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 err="1"/>
              <a:t>django</a:t>
            </a:r>
            <a:r>
              <a:rPr lang="en-IN" sz="1600" dirty="0"/>
              <a:t>-admin </a:t>
            </a:r>
            <a:r>
              <a:rPr lang="en-IN" sz="1600" dirty="0" err="1"/>
              <a:t>startproject</a:t>
            </a:r>
            <a:r>
              <a:rPr lang="en-IN" sz="1600" dirty="0"/>
              <a:t> &lt;project name&gt;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python manage.py </a:t>
            </a:r>
            <a:r>
              <a:rPr lang="en-IN" sz="1600" dirty="0" err="1"/>
              <a:t>runserver</a:t>
            </a:r>
            <a:endParaRPr sz="16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python manage.py </a:t>
            </a:r>
            <a:r>
              <a:rPr lang="en-IN" sz="1600" dirty="0" err="1"/>
              <a:t>startapp</a:t>
            </a:r>
            <a:r>
              <a:rPr lang="en-IN" sz="1600" dirty="0"/>
              <a:t> &lt;app name&gt;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python manage.py migrate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python manage.py </a:t>
            </a:r>
            <a:r>
              <a:rPr lang="en-IN" sz="1600" dirty="0" err="1"/>
              <a:t>makemigrations</a:t>
            </a:r>
            <a:endParaRPr sz="16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IN" sz="1600" dirty="0"/>
              <a:t>python manage.py </a:t>
            </a:r>
            <a:r>
              <a:rPr lang="en-IN" sz="1600" dirty="0" err="1"/>
              <a:t>createsuperuser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rPr lang="en-IN" dirty="0"/>
              <a:t>              </a:t>
            </a:r>
            <a:r>
              <a:rPr lang="en-IN" sz="1200" dirty="0"/>
              <a:t>Enter username, email and password</a:t>
            </a:r>
            <a:endParaRPr sz="1600" dirty="0"/>
          </a:p>
          <a:p>
            <a:pPr marL="182880" lvl="0" indent="-102996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1600" dirty="0"/>
          </a:p>
          <a:p>
            <a:pPr marL="182880" lvl="0" indent="-83026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dirty="0"/>
          </a:p>
          <a:p>
            <a:pPr marL="182880" lvl="0" indent="-83026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dirty="0"/>
          </a:p>
          <a:p>
            <a:pPr marL="182880" lvl="0" indent="-83026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5046-D251-40F6-9A0A-06132456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8B0F7-6039-420E-A9A1-303192CFF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Creating a movie page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Implementing links to individual movie pages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385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12B4-1949-4EE3-847B-602E335D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/movie/urls.py </a:t>
            </a:r>
            <a:r>
              <a:rPr lang="en-US" sz="2800" dirty="0"/>
              <a:t>file with the following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5B0CE-1CEF-4441-BC94-0B1FFB61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177" y="1852612"/>
            <a:ext cx="8661720" cy="420385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D7BBCA3-A756-4F22-A5FB-A4A750838F99}"/>
              </a:ext>
            </a:extLst>
          </p:cNvPr>
          <p:cNvSpPr/>
          <p:nvPr/>
        </p:nvSpPr>
        <p:spPr>
          <a:xfrm>
            <a:off x="1862356" y="4848838"/>
            <a:ext cx="402671" cy="3187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71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F988-6151-415E-9E43-2BFBC115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/movie/views.py</a:t>
            </a:r>
            <a:r>
              <a:rPr lang="en-US" sz="2800" dirty="0"/>
              <a:t>, we add the def detail 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C80EF-F3A6-45D9-8B25-D6B9D3B41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BB255-C380-48C3-8B61-E848E760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8399058" cy="338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7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2900-857D-4DF5-AA59-550D10A6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532D0A-3CD7-4B29-B06D-BDC49E5B4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764299"/>
            <a:ext cx="7744375" cy="6093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C87506-8EC5-47B4-99F3-5E1E06F8DF78}"/>
              </a:ext>
            </a:extLst>
          </p:cNvPr>
          <p:cNvSpPr txBox="1"/>
          <p:nvPr/>
        </p:nvSpPr>
        <p:spPr>
          <a:xfrm>
            <a:off x="1036320" y="340785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/movie/templates/detail.html</a:t>
            </a:r>
          </a:p>
        </p:txBody>
      </p:sp>
    </p:spTree>
    <p:extLst>
      <p:ext uri="{BB962C8B-B14F-4D97-AF65-F5344CB8AC3E}">
        <p14:creationId xmlns:p14="http://schemas.microsoft.com/office/powerpoint/2010/main" val="302570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F32C-4DDE-4815-A71A-B30A6643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localhost:8000/1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1095EC-D8DA-4AFE-993E-35D54E323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51797"/>
            <a:ext cx="10058400" cy="26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0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2928-8B2D-4DBC-AADE-20F3C2B8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localhost:8000/2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0C8083-2B6B-45BD-99A6-CA766371F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020" y="1934976"/>
            <a:ext cx="10058400" cy="350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9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9992-E706-4637-8C80-E0A44DD7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Implementing links to individual movie pages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8BA863-8692-49A9-8DFA-5B4B50304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342" y="2106817"/>
            <a:ext cx="7705987" cy="4464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D5882C-AACE-4CE2-A858-6428B9401E1B}"/>
              </a:ext>
            </a:extLst>
          </p:cNvPr>
          <p:cNvSpPr txBox="1"/>
          <p:nvPr/>
        </p:nvSpPr>
        <p:spPr>
          <a:xfrm>
            <a:off x="1619075" y="1963024"/>
            <a:ext cx="320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/movie/templates/home.html: </a:t>
            </a:r>
          </a:p>
        </p:txBody>
      </p:sp>
    </p:spTree>
    <p:extLst>
      <p:ext uri="{BB962C8B-B14F-4D97-AF65-F5344CB8AC3E}">
        <p14:creationId xmlns:p14="http://schemas.microsoft.com/office/powerpoint/2010/main" val="124510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46ED-B09A-4732-918D-6CA04AEF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CF6E-AE2F-4A2C-9FFA-7866748B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AA243-69EA-42B3-924C-873F7B90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60" y="109056"/>
            <a:ext cx="11059299" cy="625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6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87CE-7807-4735-B640-AB5AE21C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6547-7AA9-456F-92BD-F7D1BE8CB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2BCCA-D485-49B2-AFF7-BAC4077C4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2755"/>
            <a:ext cx="9303391" cy="31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72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DEE0C4-E52D-4CB7-8166-6A3581515A6D}"/>
              </a:ext>
            </a:extLst>
          </p:cNvPr>
          <p:cNvSpPr/>
          <p:nvPr/>
        </p:nvSpPr>
        <p:spPr>
          <a:xfrm>
            <a:off x="4551408" y="2967335"/>
            <a:ext cx="3089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5400" b="0" i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71259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560</TotalTime>
  <Words>156</Words>
  <Application>Microsoft Office PowerPoint</Application>
  <PresentationFormat>Widescreen</PresentationFormat>
  <Paragraphs>30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Georgia</vt:lpstr>
      <vt:lpstr>Wingdings</vt:lpstr>
      <vt:lpstr>Retrospect</vt:lpstr>
      <vt:lpstr>Django - Creating a Movie Detail Page</vt:lpstr>
      <vt:lpstr>CheatSheet-commands</vt:lpstr>
      <vt:lpstr>Contents</vt:lpstr>
      <vt:lpstr>/movie/urls.py file with the following code</vt:lpstr>
      <vt:lpstr>/movie/views.py, we add the def detail view</vt:lpstr>
      <vt:lpstr> </vt:lpstr>
      <vt:lpstr>localhost:8000/1</vt:lpstr>
      <vt:lpstr>localhost:8000/2</vt:lpstr>
      <vt:lpstr>Implementing links to individual movie pages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- Working with Models</dc:title>
  <dc:creator>Ami Patel</dc:creator>
  <cp:lastModifiedBy>Ami Patel</cp:lastModifiedBy>
  <cp:revision>76</cp:revision>
  <dcterms:created xsi:type="dcterms:W3CDTF">2024-08-12T08:01:10Z</dcterms:created>
  <dcterms:modified xsi:type="dcterms:W3CDTF">2026-06-23T03:07:35Z</dcterms:modified>
</cp:coreProperties>
</file>