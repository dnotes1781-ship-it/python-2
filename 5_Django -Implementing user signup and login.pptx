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6" r:id="rId4"/>
    <p:sldId id="297" r:id="rId5"/>
    <p:sldId id="298" r:id="rId6"/>
    <p:sldId id="299" r:id="rId7"/>
    <p:sldId id="300" r:id="rId8"/>
    <p:sldId id="301" r:id="rId9"/>
    <p:sldId id="292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28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309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9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444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55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25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7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8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7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7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4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9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9CDCB00-0716-4DB9-BD81-0CC3D1FB335B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6438F1A-BE99-4A4E-BFCB-23118592936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65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2029-F1CB-4AF9-B7A2-6E20A4A442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Django -</a:t>
            </a:r>
            <a:r>
              <a:rPr lang="en-US" sz="6000" b="1" dirty="0"/>
              <a:t> </a:t>
            </a:r>
            <a:r>
              <a:rPr lang="en-US" sz="5400" b="1" dirty="0"/>
              <a:t>Implementing User</a:t>
            </a:r>
            <a:br>
              <a:rPr lang="en-US" sz="5400" b="1" dirty="0"/>
            </a:br>
            <a:r>
              <a:rPr lang="en-US" sz="5400" b="1" dirty="0"/>
              <a:t>Signup and Login</a:t>
            </a:r>
            <a:endParaRPr lang="en-US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D8FB8-3CB9-4717-B0CD-883B3EB395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AMI PATEL</a:t>
            </a:r>
          </a:p>
        </p:txBody>
      </p:sp>
    </p:spTree>
    <p:extLst>
      <p:ext uri="{BB962C8B-B14F-4D97-AF65-F5344CB8AC3E}">
        <p14:creationId xmlns:p14="http://schemas.microsoft.com/office/powerpoint/2010/main" val="54917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05046-D251-40F6-9A0A-06132456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8B0F7-6039-420E-A9A1-303192CFF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Creating a </a:t>
            </a:r>
            <a:r>
              <a:rPr lang="en-US" dirty="0">
                <a:solidFill>
                  <a:srgbClr val="0000FF"/>
                </a:solidFill>
              </a:rPr>
              <a:t>signup form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Handling user creation errors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Showing whether a user is logged 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Implementing the </a:t>
            </a:r>
            <a:r>
              <a:rPr lang="en-US" dirty="0">
                <a:solidFill>
                  <a:srgbClr val="0000FF"/>
                </a:solidFill>
              </a:rPr>
              <a:t>logout </a:t>
            </a:r>
            <a:r>
              <a:rPr lang="en-US" dirty="0"/>
              <a:t>functionality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Implementing the </a:t>
            </a:r>
            <a:r>
              <a:rPr lang="en-US" dirty="0">
                <a:solidFill>
                  <a:srgbClr val="0000FF"/>
                </a:solidFill>
              </a:rPr>
              <a:t>login</a:t>
            </a:r>
            <a:r>
              <a:rPr lang="en-US" dirty="0"/>
              <a:t> functionality</a:t>
            </a:r>
          </a:p>
        </p:txBody>
      </p:sp>
    </p:spTree>
    <p:extLst>
      <p:ext uri="{BB962C8B-B14F-4D97-AF65-F5344CB8AC3E}">
        <p14:creationId xmlns:p14="http://schemas.microsoft.com/office/powerpoint/2010/main" val="88385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33D32-D1A9-4235-8437-BDB75D132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signup form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2936B-75F1-4BCC-83A7-4225411DF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Since a signup account doesn't belong to the movie or news app, let's create a </a:t>
            </a:r>
            <a:r>
              <a:rPr lang="en-US" b="1" dirty="0">
                <a:solidFill>
                  <a:srgbClr val="0000FF"/>
                </a:solidFill>
              </a:rPr>
              <a:t>dedicated app called accounts </a:t>
            </a:r>
            <a:r>
              <a:rPr lang="en-US" dirty="0"/>
              <a:t>for it. In the Terminal, run the following:</a:t>
            </a:r>
          </a:p>
          <a:p>
            <a:r>
              <a:rPr lang="en-US" b="1" dirty="0">
                <a:solidFill>
                  <a:srgbClr val="FF0000"/>
                </a:solidFill>
              </a:rPr>
              <a:t>python manage.py </a:t>
            </a:r>
            <a:r>
              <a:rPr lang="en-US" b="1" dirty="0" err="1">
                <a:solidFill>
                  <a:srgbClr val="FF0000"/>
                </a:solidFill>
              </a:rPr>
              <a:t>startapp</a:t>
            </a:r>
            <a:r>
              <a:rPr lang="en-US" b="1" dirty="0">
                <a:solidFill>
                  <a:srgbClr val="FF0000"/>
                </a:solidFill>
              </a:rPr>
              <a:t> accounts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Make sure to add the new app to INSTALLED_APPS in </a:t>
            </a:r>
            <a:r>
              <a:rPr lang="en-US" b="1" dirty="0">
                <a:solidFill>
                  <a:srgbClr val="0000FF"/>
                </a:solidFill>
              </a:rPr>
              <a:t>/</a:t>
            </a:r>
            <a:r>
              <a:rPr lang="en-US" b="1" dirty="0" err="1">
                <a:solidFill>
                  <a:srgbClr val="0000FF"/>
                </a:solidFill>
              </a:rPr>
              <a:t>moviereviews</a:t>
            </a:r>
            <a:r>
              <a:rPr lang="en-US" b="1" dirty="0">
                <a:solidFill>
                  <a:srgbClr val="0000FF"/>
                </a:solidFill>
              </a:rPr>
              <a:t>/settings.py</a:t>
            </a:r>
            <a:r>
              <a:rPr lang="en-US" dirty="0"/>
              <a:t>: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4CCEC-503A-48F3-90DF-D11D9930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187" y="3428999"/>
            <a:ext cx="3875932" cy="28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1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A12B-4FB8-40C2-9D2A-849651F3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2E7DB-1943-447E-9866-6BBAA8B54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project-level URL for the accounts path in </a:t>
            </a:r>
            <a:r>
              <a:rPr lang="en-US" b="1" dirty="0">
                <a:solidFill>
                  <a:srgbClr val="FF0000"/>
                </a:solidFill>
              </a:rPr>
              <a:t>/</a:t>
            </a:r>
            <a:r>
              <a:rPr lang="en-US" b="1" dirty="0" err="1">
                <a:solidFill>
                  <a:srgbClr val="FF0000"/>
                </a:solidFill>
              </a:rPr>
              <a:t>moviereviews</a:t>
            </a:r>
            <a:r>
              <a:rPr lang="en-US" b="1" dirty="0">
                <a:solidFill>
                  <a:srgbClr val="FF0000"/>
                </a:solidFill>
              </a:rPr>
              <a:t>/urls.py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DCAA3-73C6-496E-8074-D2F88AAB8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720" y="2406897"/>
            <a:ext cx="5235080" cy="243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29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BCA1-2C04-4174-B42C-B8613C3A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E0FE5-D9C3-424E-B75A-ED545CCF1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put all the paths related to the accounts app (for example, signup, login, and logout) in its own urls.py – that is, </a:t>
            </a:r>
            <a:r>
              <a:rPr lang="en-US" b="1" dirty="0">
                <a:solidFill>
                  <a:srgbClr val="FF0000"/>
                </a:solidFill>
              </a:rPr>
              <a:t>/accounts/urls.py </a:t>
            </a:r>
            <a:r>
              <a:rPr lang="en-US" dirty="0"/>
              <a:t>(create this file with the following code):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A0A10E-2781-47A0-97D2-BABD24106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626" y="2682205"/>
            <a:ext cx="7113076" cy="247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97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4EEE-9A7E-45BB-A7A3-9713D335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78AFB-00AD-4DDA-8C2D-3692380EF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def </a:t>
            </a:r>
            <a:r>
              <a:rPr lang="en-US" dirty="0" err="1"/>
              <a:t>signupaccount</a:t>
            </a:r>
            <a:r>
              <a:rPr lang="en-US" dirty="0"/>
              <a:t> in </a:t>
            </a:r>
            <a:r>
              <a:rPr lang="en-US" b="1" dirty="0">
                <a:solidFill>
                  <a:srgbClr val="FF0000"/>
                </a:solidFill>
              </a:rPr>
              <a:t>/accounts/views.py </a:t>
            </a:r>
            <a:r>
              <a:rPr lang="en-US" dirty="0"/>
              <a:t>with the following code in bold: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E1BDF-1CC7-4DB4-9BD8-9456783BE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87466"/>
            <a:ext cx="8361706" cy="221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67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3AFB3-5033-4F68-9D11-24D31929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CAC6C-3115-4782-8185-873FE2A19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We will import </a:t>
            </a:r>
            <a:r>
              <a:rPr lang="en-US" dirty="0" err="1"/>
              <a:t>UserCreationForm</a:t>
            </a:r>
            <a:r>
              <a:rPr lang="en-US" dirty="0"/>
              <a:t>, which Django provides to easily create a signup form to register new users. Django forms are a vast topic in itself, and we will see how powerful they can be. </a:t>
            </a:r>
            <a:r>
              <a:rPr lang="en-US" b="1" dirty="0">
                <a:solidFill>
                  <a:srgbClr val="0000FF"/>
                </a:solidFill>
              </a:rPr>
              <a:t>We pass in the form to signupaccount.html.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Next, create </a:t>
            </a:r>
            <a:r>
              <a:rPr lang="en-US" b="1" dirty="0">
                <a:solidFill>
                  <a:srgbClr val="FF0000"/>
                </a:solidFill>
              </a:rPr>
              <a:t>/accounts/templates/signupaccount.html </a:t>
            </a:r>
            <a:r>
              <a:rPr lang="en-US" dirty="0"/>
              <a:t>and simply fill in the following:</a:t>
            </a:r>
          </a:p>
          <a:p>
            <a:r>
              <a:rPr lang="en-US" dirty="0">
                <a:solidFill>
                  <a:srgbClr val="0000FF"/>
                </a:solidFill>
              </a:rPr>
              <a:t>{{ form }}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Run your app and go to </a:t>
            </a:r>
            <a:r>
              <a:rPr lang="en-US" b="1" dirty="0">
                <a:solidFill>
                  <a:srgbClr val="FF0000"/>
                </a:solidFill>
              </a:rPr>
              <a:t>localhost:8000/accounts/</a:t>
            </a:r>
            <a:r>
              <a:rPr lang="en-US" b="1" dirty="0" err="1">
                <a:solidFill>
                  <a:srgbClr val="FF0000"/>
                </a:solidFill>
              </a:rPr>
              <a:t>signupaccount</a:t>
            </a:r>
            <a:r>
              <a:rPr lang="en-US" dirty="0"/>
              <a:t>. </a:t>
            </a:r>
          </a:p>
          <a:p>
            <a:r>
              <a:rPr lang="en-US" dirty="0"/>
              <a:t>You will see a form with three fields – username, password1, and password2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9A2E62-E77A-45AD-B700-CD140A37E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433" y="4616871"/>
            <a:ext cx="53244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3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7CA6C-FF14-43B3-9986-52709FCD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DE60C-8DB8-4931-8714-1EC90FAD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the styling by having </a:t>
            </a:r>
            <a:r>
              <a:rPr lang="en-US" b="1" dirty="0">
                <a:solidFill>
                  <a:srgbClr val="FF0000"/>
                </a:solidFill>
              </a:rPr>
              <a:t>signupaccount.html </a:t>
            </a:r>
            <a:r>
              <a:rPr lang="en-US" dirty="0"/>
              <a:t>extend </a:t>
            </a:r>
            <a:r>
              <a:rPr lang="en-US" dirty="0" err="1"/>
              <a:t>base.html.We</a:t>
            </a:r>
            <a:r>
              <a:rPr lang="en-US" dirty="0"/>
              <a:t> will also wrap the fields in a form tag and have a </a:t>
            </a:r>
            <a:r>
              <a:rPr lang="en-US" b="1" dirty="0"/>
              <a:t>Submit button. Replace the </a:t>
            </a:r>
            <a:r>
              <a:rPr lang="en-US" dirty="0"/>
              <a:t>entire </a:t>
            </a:r>
            <a:r>
              <a:rPr lang="en-US" dirty="0">
                <a:solidFill>
                  <a:srgbClr val="FF0000"/>
                </a:solidFill>
              </a:rPr>
              <a:t>/accounts/templates/signupaccount.html </a:t>
            </a:r>
            <a:r>
              <a:rPr lang="en-US" dirty="0"/>
              <a:t>with the following: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29F83A-2D7B-461A-BC7B-348FB2AC1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57" y="2893666"/>
            <a:ext cx="5935278" cy="29754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BBB5A7-FB10-444A-9A90-9E2AE025A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240" y="2726510"/>
            <a:ext cx="4409163" cy="333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123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F988-6151-415E-9E43-2BFBC115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localhost:8000/accounts/</a:t>
            </a:r>
            <a:r>
              <a:rPr lang="en-US" sz="2800" b="1" dirty="0" err="1">
                <a:solidFill>
                  <a:srgbClr val="FF0000"/>
                </a:solidFill>
              </a:rPr>
              <a:t>signupaccount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E9ECD-3074-47EB-A05A-4010A0620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47" y="1845734"/>
            <a:ext cx="9958233" cy="4023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5E0B9E-B60A-4A0E-994D-CEC0D931A8A5}"/>
              </a:ext>
            </a:extLst>
          </p:cNvPr>
          <p:cNvSpPr txBox="1"/>
          <p:nvPr/>
        </p:nvSpPr>
        <p:spPr>
          <a:xfrm>
            <a:off x="1197447" y="5805182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let's see how to handle the request and create a user in admin when the user submits the signup form.</a:t>
            </a:r>
          </a:p>
        </p:txBody>
      </p:sp>
    </p:spTree>
    <p:extLst>
      <p:ext uri="{BB962C8B-B14F-4D97-AF65-F5344CB8AC3E}">
        <p14:creationId xmlns:p14="http://schemas.microsoft.com/office/powerpoint/2010/main" val="1730170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1FA6-FA50-4682-9D95-68D47600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Creating a user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7083A-6279-474A-BF9A-3A161C40F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user submits the signup form, we will have to handle the request and create a user in admin.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Add the following in bold in </a:t>
            </a:r>
            <a:r>
              <a:rPr lang="en-US" b="1" dirty="0">
                <a:solidFill>
                  <a:srgbClr val="FF0000"/>
                </a:solidFill>
              </a:rPr>
              <a:t>/accounts/views.py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2F4C1-7D12-4526-BDA2-5A811B72E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558" y="3113397"/>
            <a:ext cx="7744717" cy="282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42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FFCB-F37C-4146-9428-5ACB2CD5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/accounts/views.py</a:t>
            </a:r>
            <a:endParaRPr lang="en-US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DF7B05-E2C0-4DCE-8039-DC9A3A2F9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950" y="2060066"/>
            <a:ext cx="7477649" cy="3761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69F3CF-8184-46A9-B14C-111C0BCFC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723" y="2204338"/>
            <a:ext cx="3913261" cy="308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45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C3A5-12C1-4CBD-8D91-20E65E1E3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EDE85-BA92-4E2E-8E3D-338B839C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your app now and go to localhost:8000/accounts/</a:t>
            </a:r>
            <a:r>
              <a:rPr lang="en-US" dirty="0" err="1"/>
              <a:t>signupaccount</a:t>
            </a:r>
            <a:r>
              <a:rPr lang="en-US" dirty="0"/>
              <a:t>. Create a user, and you will see the new user added to admin.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C0C33B-30D2-4A00-9B53-99639C2E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55" y="2482398"/>
            <a:ext cx="70104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17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177B-981E-4A6C-ACD6-8506A4FE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Handling user creation errors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FBC3-B953-47B4-BEA7-AB457FF82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79290"/>
            <a:ext cx="10058400" cy="4023360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Checking whether passwords do not match</a:t>
            </a:r>
          </a:p>
          <a:p>
            <a:r>
              <a:rPr lang="en-US" b="1" dirty="0">
                <a:solidFill>
                  <a:srgbClr val="FF0000"/>
                </a:solidFill>
              </a:rPr>
              <a:t>/accounts/views.py: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BFB535-F782-4F0F-8193-5BB5DE4F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297" y="2084540"/>
            <a:ext cx="5737420" cy="419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82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19D5-923D-45FC-A51F-2728D88C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B6BE9-F18A-4502-AE35-8FE0A7750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passwords don't match, we render the user back to </a:t>
            </a:r>
            <a:r>
              <a:rPr lang="en-US" b="1" dirty="0">
                <a:solidFill>
                  <a:srgbClr val="FF0000"/>
                </a:solidFill>
              </a:rPr>
              <a:t>signupaccount.html </a:t>
            </a:r>
            <a:r>
              <a:rPr lang="en-US" dirty="0"/>
              <a:t>and also pass in an error message, Passwords do not match.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DDEE7-A09A-4D53-B490-0097B58CF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56" y="2656425"/>
            <a:ext cx="6768780" cy="374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54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BC52-C886-4DD8-AB4C-6D930947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06583F-5F2D-4DAC-AFF2-F4209FCD8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999" y="1737360"/>
            <a:ext cx="6732284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52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74DD-AD3B-41D6-9E41-249B536A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427B2-A3E9-4D14-8F9F-07AEBD65E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Checking if a username already exists</a:t>
            </a:r>
          </a:p>
          <a:p>
            <a:r>
              <a:rPr lang="en-US" dirty="0"/>
              <a:t>include this code in </a:t>
            </a:r>
            <a:r>
              <a:rPr lang="en-US" b="1" dirty="0">
                <a:solidFill>
                  <a:srgbClr val="FF0000"/>
                </a:solidFill>
              </a:rPr>
              <a:t>/accounts/views.py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8C7C0-A9DE-4EF1-8EFC-E3BE4C6C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43" y="2810400"/>
            <a:ext cx="6252776" cy="345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46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96D5-6238-4034-A74B-1F2C2263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29A28-6CBB-406E-B8D1-7786E5BE5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/accounts/views.py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AA08A-911F-4345-8463-DF659F6B7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59" y="2139454"/>
            <a:ext cx="6634781" cy="417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45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7D2D-C33F-4D5F-8A9E-750C0E15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B44A5-54D5-474C-B049-FCB49EBD1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import </a:t>
            </a:r>
            <a:r>
              <a:rPr lang="en-US" dirty="0" err="1"/>
              <a:t>IntegrityError</a:t>
            </a:r>
            <a:r>
              <a:rPr lang="en-US" dirty="0"/>
              <a:t>, and using try-except, we will catch </a:t>
            </a:r>
            <a:r>
              <a:rPr lang="en-US" dirty="0" err="1"/>
              <a:t>IntegrityError</a:t>
            </a:r>
            <a:r>
              <a:rPr lang="en-US" dirty="0"/>
              <a:t> when it is thrown (in the case of a username already existing, as shown: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41A2A-A241-4915-A34B-0A1D549BF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405" y="2692974"/>
            <a:ext cx="5800402" cy="359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97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06D2-A4DB-41CA-8B0D-728BDC59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Showing whether a user is logged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A3D37-4E23-4281-9E65-EA9F49852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a user has signed up and logged in, we are still showing the </a:t>
            </a:r>
            <a:r>
              <a:rPr lang="en-US" b="1" dirty="0"/>
              <a:t>Login and Sign Up buttons in the navbar: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 For logged-in users, we should be hiding these buttons and showing the </a:t>
            </a:r>
            <a:r>
              <a:rPr lang="en-US" b="1" dirty="0"/>
              <a:t>Logout button instead.</a:t>
            </a:r>
          </a:p>
          <a:p>
            <a:pPr marL="0" indent="0">
              <a:buNone/>
            </a:pPr>
            <a:r>
              <a:rPr lang="en-US" b="1" dirty="0"/>
              <a:t> To do so, let's go to our base template.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16965-A96A-4433-9CC1-400FCF87E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15" y="2621778"/>
            <a:ext cx="6604408" cy="70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63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E108-D8F7-4773-ACF4-CEE213AB2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</a:t>
            </a:r>
            <a:r>
              <a:rPr lang="en-US" sz="2400" b="1" dirty="0" err="1">
                <a:solidFill>
                  <a:srgbClr val="FF0000"/>
                </a:solidFill>
              </a:rPr>
              <a:t>moviereviews</a:t>
            </a:r>
            <a:r>
              <a:rPr lang="en-US" sz="2400" b="1" dirty="0">
                <a:solidFill>
                  <a:srgbClr val="FF0000"/>
                </a:solidFill>
              </a:rPr>
              <a:t>/templates/base.html</a:t>
            </a:r>
            <a:r>
              <a:rPr lang="en-US" sz="2400" dirty="0"/>
              <a:t>, add the following code in bold: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F68AFD-8C41-41BF-9E8A-27F964335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8626" y="1737361"/>
            <a:ext cx="5838460" cy="462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958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0556-9BEC-4076-9B35-88E2F6F6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Implementing the </a:t>
            </a:r>
            <a:r>
              <a:rPr lang="en-US" sz="3200" b="1" dirty="0">
                <a:solidFill>
                  <a:srgbClr val="FF0000"/>
                </a:solidFill>
              </a:rPr>
              <a:t>logout</a:t>
            </a:r>
            <a:r>
              <a:rPr lang="en-US" sz="3200" b="1" dirty="0"/>
              <a:t> functionality 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D7D87-181F-4966-82AB-5FD71A97D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the logout path in </a:t>
            </a:r>
            <a:r>
              <a:rPr lang="en-US" b="1" dirty="0">
                <a:solidFill>
                  <a:srgbClr val="FF0000"/>
                </a:solidFill>
              </a:rPr>
              <a:t>/accounts/urls.py </a:t>
            </a:r>
            <a:r>
              <a:rPr lang="en-US" dirty="0"/>
              <a:t>with the following in bold: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CF0C8-824B-4F75-803E-A5EBE1121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00" y="2428663"/>
            <a:ext cx="6633370" cy="240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606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96022-2724-4C40-93A1-4705D656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3935C-2151-46CC-B510-8A4B29BCE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854123"/>
            <a:ext cx="10058400" cy="4023360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>
                <a:solidFill>
                  <a:srgbClr val="FF0000"/>
                </a:solidFill>
              </a:rPr>
              <a:t>/accounts/views.py</a:t>
            </a:r>
            <a:r>
              <a:rPr lang="en-US" dirty="0"/>
              <a:t>, implement the </a:t>
            </a:r>
            <a:r>
              <a:rPr lang="en-US" dirty="0" err="1"/>
              <a:t>logoutaccount</a:t>
            </a:r>
            <a:r>
              <a:rPr lang="en-US" dirty="0"/>
              <a:t> function with the following in bold: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63704-8933-4B7E-87E8-EA725346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385313"/>
            <a:ext cx="7493047" cy="36532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0F6594-3EA4-4645-8E9D-EB39157665D9}"/>
              </a:ext>
            </a:extLst>
          </p:cNvPr>
          <p:cNvSpPr txBox="1"/>
          <p:nvPr/>
        </p:nvSpPr>
        <p:spPr>
          <a:xfrm>
            <a:off x="9093666" y="2684477"/>
            <a:ext cx="25083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then need to have &lt;a </a:t>
            </a:r>
            <a:r>
              <a:rPr lang="en-US" dirty="0" err="1"/>
              <a:t>href</a:t>
            </a:r>
            <a:r>
              <a:rPr lang="en-US" dirty="0"/>
              <a:t>&gt; in the logout button call the logout path. We also have </a:t>
            </a:r>
          </a:p>
          <a:p>
            <a:r>
              <a:rPr lang="en-US" dirty="0"/>
              <a:t>the signup button call the </a:t>
            </a:r>
            <a:r>
              <a:rPr lang="en-US" dirty="0" err="1"/>
              <a:t>signupaccount</a:t>
            </a:r>
            <a:r>
              <a:rPr lang="en-US" dirty="0"/>
              <a:t> path. </a:t>
            </a:r>
          </a:p>
        </p:txBody>
      </p:sp>
    </p:spTree>
    <p:extLst>
      <p:ext uri="{BB962C8B-B14F-4D97-AF65-F5344CB8AC3E}">
        <p14:creationId xmlns:p14="http://schemas.microsoft.com/office/powerpoint/2010/main" val="3258691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69DD1-8DC7-4F4D-B1F8-70F2A756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04E1-88CC-4392-AFC2-BE4584BA1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moviereviews</a:t>
            </a:r>
            <a:r>
              <a:rPr lang="en-US" dirty="0"/>
              <a:t>/templates/base.html, add the following in bold: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9580CB-BEFF-4764-ADC4-769836251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255153"/>
            <a:ext cx="6078785" cy="552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0D9271-281C-4CDD-918E-3EE135D8E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99" y="2807603"/>
            <a:ext cx="6050211" cy="4029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43A40D-DD0A-4776-B174-22E275881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814" y="2298015"/>
            <a:ext cx="404812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19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4EDAC-C012-4EE4-ACB3-5FD294A6F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Implementing the login functionality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F294-4378-4733-95E9-4AF267EA7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login path in </a:t>
            </a:r>
            <a:r>
              <a:rPr lang="en-US" b="1" dirty="0">
                <a:solidFill>
                  <a:srgbClr val="FF0000"/>
                </a:solidFill>
              </a:rPr>
              <a:t>/accounts/urls.py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A9A81-EE76-4411-9349-5086C98B0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836" y="2259652"/>
            <a:ext cx="5604806" cy="11693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4A937B-256F-4428-A3C1-C05BC5B87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36" y="3459776"/>
            <a:ext cx="5550163" cy="143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830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E156-7729-477B-B78D-D3182D8C6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2D7E3-2558-46F0-A072-CA5FA9D17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="1" dirty="0">
                <a:solidFill>
                  <a:srgbClr val="FF0000"/>
                </a:solidFill>
              </a:rPr>
              <a:t>/accounts/views.py</a:t>
            </a:r>
            <a:r>
              <a:rPr lang="en-US" dirty="0"/>
              <a:t>, implement </a:t>
            </a:r>
            <a:r>
              <a:rPr lang="en-US" dirty="0" err="1"/>
              <a:t>loginaccount</a:t>
            </a:r>
            <a:r>
              <a:rPr lang="en-US" dirty="0"/>
              <a:t> with the following  in bold: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74711-1226-4061-A22C-866D895D2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99" y="2561569"/>
            <a:ext cx="6733642" cy="260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86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8583-6B41-4029-BADD-596147F8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3FB0C-7429-43F6-83DE-34D16D91A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/accounts/views.py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FD96E-FB39-4560-A4D5-59F83673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313" y="1845734"/>
            <a:ext cx="6503146" cy="44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23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E16D-C175-4372-8F7B-156D3058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FD8F4-5B25-4CB6-81FC-6F0C52160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the new file, </a:t>
            </a:r>
            <a:r>
              <a:rPr lang="en-US" b="1" dirty="0">
                <a:solidFill>
                  <a:srgbClr val="FF0000"/>
                </a:solidFill>
              </a:rPr>
              <a:t>accounts/templates/loginaccount.html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copy the markup from </a:t>
            </a:r>
            <a:r>
              <a:rPr lang="en-US" b="1" dirty="0">
                <a:solidFill>
                  <a:srgbClr val="0000FF"/>
                </a:solidFill>
              </a:rPr>
              <a:t>accounts/templates/signupaccount.html</a:t>
            </a:r>
            <a:r>
              <a:rPr lang="en-US" dirty="0"/>
              <a:t>, and </a:t>
            </a:r>
            <a:r>
              <a:rPr lang="en-US" b="1" dirty="0">
                <a:solidFill>
                  <a:srgbClr val="0000FF"/>
                </a:solidFill>
              </a:rPr>
              <a:t>change the labeling from 'Sign Up' to 'Login’: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5AB6AF-C8E6-47D0-AA99-525D3CE4C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21" y="2510037"/>
            <a:ext cx="4805918" cy="71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601192-A2A8-46FC-A4BE-F97903F7D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21" y="3279064"/>
            <a:ext cx="4786732" cy="2255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89D592-DD41-449C-9F96-963ACC314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10037"/>
            <a:ext cx="3990451" cy="365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88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B8E2-959D-4238-AFC3-9E97CB537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A04A1-F1CC-4C76-824E-54E1B8407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in </a:t>
            </a:r>
            <a:r>
              <a:rPr lang="en-US" b="1" dirty="0" err="1">
                <a:solidFill>
                  <a:srgbClr val="FF0000"/>
                </a:solidFill>
              </a:rPr>
              <a:t>moviereviews</a:t>
            </a:r>
            <a:r>
              <a:rPr lang="en-US" b="1" dirty="0">
                <a:solidFill>
                  <a:srgbClr val="FF0000"/>
                </a:solidFill>
              </a:rPr>
              <a:t>/templates/base.html</a:t>
            </a:r>
            <a:r>
              <a:rPr lang="en-US" dirty="0"/>
              <a:t>, we set </a:t>
            </a:r>
            <a:r>
              <a:rPr lang="en-US" dirty="0" err="1"/>
              <a:t>href</a:t>
            </a:r>
            <a:r>
              <a:rPr lang="en-US" dirty="0"/>
              <a:t> for </a:t>
            </a:r>
            <a:r>
              <a:rPr lang="en-US" dirty="0" err="1"/>
              <a:t>loginaccount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BEB1B-B36A-4868-A878-54C450E73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585" y="2251359"/>
            <a:ext cx="4964182" cy="2132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CE9D70-DBBC-4277-84B0-76B1A54CA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917" y="2295400"/>
            <a:ext cx="4870500" cy="213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24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DEE0C4-E52D-4CB7-8166-6A3581515A6D}"/>
              </a:ext>
            </a:extLst>
          </p:cNvPr>
          <p:cNvSpPr/>
          <p:nvPr/>
        </p:nvSpPr>
        <p:spPr>
          <a:xfrm>
            <a:off x="4551408" y="2967335"/>
            <a:ext cx="30891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  <a:endParaRPr lang="en-US" sz="5400" b="0" i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71259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885</TotalTime>
  <Words>776</Words>
  <Application>Microsoft Office PowerPoint</Application>
  <PresentationFormat>Widescreen</PresentationFormat>
  <Paragraphs>58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Calibri</vt:lpstr>
      <vt:lpstr>Calibri Light</vt:lpstr>
      <vt:lpstr>Wingdings</vt:lpstr>
      <vt:lpstr>Retrospect</vt:lpstr>
      <vt:lpstr>Django - Implementing User Signup and Login</vt:lpstr>
      <vt:lpstr>Contents</vt:lpstr>
      <vt:lpstr>Creating a signup 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localhost:8000/accounts/signupaccount</vt:lpstr>
      <vt:lpstr>Creating a user</vt:lpstr>
      <vt:lpstr>/accounts/views.py</vt:lpstr>
      <vt:lpstr>PowerPoint Presentation</vt:lpstr>
      <vt:lpstr>Handling user creation errors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Showing whether a user is logged in</vt:lpstr>
      <vt:lpstr>In moviereviews/templates/base.html, add the following code in bold:</vt:lpstr>
      <vt:lpstr>Implementing the logout functionality </vt:lpstr>
      <vt:lpstr>PowerPoint Presentation</vt:lpstr>
      <vt:lpstr>PowerPoint Presentation</vt:lpstr>
      <vt:lpstr>Implementing the login functionality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- Working with Models</dc:title>
  <dc:creator>Ami Patel</dc:creator>
  <cp:lastModifiedBy>Ami Patel</cp:lastModifiedBy>
  <cp:revision>108</cp:revision>
  <dcterms:created xsi:type="dcterms:W3CDTF">2024-08-12T08:01:10Z</dcterms:created>
  <dcterms:modified xsi:type="dcterms:W3CDTF">2024-08-22T11:16:26Z</dcterms:modified>
</cp:coreProperties>
</file>