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0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7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6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9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7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2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0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3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8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2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9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2C73D3-2581-42D4-89C9-50517EECB2B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9E390D-7201-4022-800C-D307BFD9CE8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12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5671-663F-466F-ACF5-26FF595CA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Letting Users Create, Read, Update, and Delete Movie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9852F-9B46-4D25-9808-43B28FE55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AMI </a:t>
            </a:r>
            <a:r>
              <a:rPr lang="en-US" dirty="0" err="1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66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AE0A-BBBE-4052-A244-CDDEF407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08C1-324E-4B7C-B257-A7303A126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Letting users post movie reviews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Creating a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Listing reviews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Updating a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Deleting a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Implementing authorization</a:t>
            </a:r>
          </a:p>
        </p:txBody>
      </p:sp>
    </p:spTree>
    <p:extLst>
      <p:ext uri="{BB962C8B-B14F-4D97-AF65-F5344CB8AC3E}">
        <p14:creationId xmlns:p14="http://schemas.microsoft.com/office/powerpoint/2010/main" val="316662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E3A9-EFBB-4D26-A25B-F25A5F4E2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553"/>
            <a:ext cx="10058400" cy="5691541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>
                <a:solidFill>
                  <a:srgbClr val="FF0000"/>
                </a:solidFill>
              </a:rPr>
              <a:t>movie/models.py</a:t>
            </a:r>
            <a:r>
              <a:rPr lang="en-US" dirty="0"/>
              <a:t>, add the following to define a Review model: </a:t>
            </a:r>
          </a:p>
          <a:p>
            <a:endParaRPr lang="en-US" dirty="0"/>
          </a:p>
          <a:p>
            <a:r>
              <a:rPr lang="en-US" b="1" dirty="0"/>
              <a:t>from </a:t>
            </a:r>
            <a:r>
              <a:rPr lang="en-US" b="1" dirty="0" err="1"/>
              <a:t>django.contrib.auth.models</a:t>
            </a:r>
            <a:r>
              <a:rPr lang="en-US" b="1" dirty="0"/>
              <a:t> import User 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Review(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    text=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r>
              <a:rPr lang="en-US" dirty="0"/>
              <a:t>    date=</a:t>
            </a:r>
            <a:r>
              <a:rPr lang="en-US" dirty="0" err="1"/>
              <a:t>models.DateTimeField</a:t>
            </a:r>
            <a:r>
              <a:rPr lang="en-US" dirty="0"/>
              <a:t>(</a:t>
            </a:r>
            <a:r>
              <a:rPr lang="en-US" dirty="0" err="1"/>
              <a:t>auto_now_add</a:t>
            </a:r>
            <a:r>
              <a:rPr lang="en-US" dirty="0"/>
              <a:t>=True)</a:t>
            </a:r>
          </a:p>
          <a:p>
            <a:r>
              <a:rPr lang="en-US" dirty="0"/>
              <a:t>    user=</a:t>
            </a:r>
            <a:r>
              <a:rPr lang="en-US" dirty="0" err="1"/>
              <a:t>models.ForeignKey</a:t>
            </a:r>
            <a:r>
              <a:rPr lang="en-US" dirty="0"/>
              <a:t>(</a:t>
            </a:r>
            <a:r>
              <a:rPr lang="en-US" dirty="0" err="1"/>
              <a:t>User,on_delete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    movie=</a:t>
            </a:r>
            <a:r>
              <a:rPr lang="en-US" dirty="0" err="1"/>
              <a:t>models.ForeignKey</a:t>
            </a:r>
            <a:r>
              <a:rPr lang="en-US" dirty="0"/>
              <a:t>(</a:t>
            </a:r>
            <a:r>
              <a:rPr lang="en-US" dirty="0" err="1"/>
              <a:t>Movie,on_delete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    </a:t>
            </a:r>
            <a:r>
              <a:rPr lang="en-US" dirty="0" err="1"/>
              <a:t>watchAgain</a:t>
            </a:r>
            <a:r>
              <a:rPr lang="en-US" dirty="0"/>
              <a:t>=</a:t>
            </a:r>
            <a:r>
              <a:rPr lang="en-US" dirty="0" err="1"/>
              <a:t>models.BooleanField</a:t>
            </a:r>
            <a:r>
              <a:rPr lang="en-US" dirty="0"/>
              <a:t>()</a:t>
            </a:r>
          </a:p>
          <a:p>
            <a:br>
              <a:rPr lang="en-US" dirty="0"/>
            </a:br>
            <a:r>
              <a:rPr lang="en-US" dirty="0"/>
              <a:t>    def __str__(self):</a:t>
            </a:r>
          </a:p>
          <a:p>
            <a:r>
              <a:rPr lang="en-US" dirty="0"/>
              <a:t>        return </a:t>
            </a:r>
            <a:r>
              <a:rPr lang="en-US" dirty="0" err="1"/>
              <a:t>self.text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13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97C1-61BB-4AFE-B79B-AE0F259A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Review model to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A09E-CF92-48EB-A642-3D65AA0B5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.models import </a:t>
            </a:r>
            <a:r>
              <a:rPr lang="en-US" dirty="0" err="1"/>
              <a:t>Movie,</a:t>
            </a:r>
            <a:r>
              <a:rPr lang="en-US" b="1" dirty="0" err="1">
                <a:solidFill>
                  <a:srgbClr val="FF0000"/>
                </a:solidFill>
              </a:rPr>
              <a:t>Review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err="1"/>
              <a:t>admin.site.register</a:t>
            </a:r>
            <a:r>
              <a:rPr lang="en-US" dirty="0"/>
              <a:t>(Movie)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admin.site.register</a:t>
            </a:r>
            <a:r>
              <a:rPr lang="en-US" b="1" dirty="0">
                <a:solidFill>
                  <a:srgbClr val="FF0000"/>
                </a:solidFill>
              </a:rPr>
              <a:t>(Review)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the terminal, make the migration for the new model and apply the changes to the sqlite3 database: 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python manage.py </a:t>
            </a:r>
            <a:r>
              <a:rPr lang="en-US" b="1" dirty="0" err="1">
                <a:solidFill>
                  <a:srgbClr val="FF0000"/>
                </a:solidFill>
              </a:rPr>
              <a:t>makemigrations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 python manage.py migrate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1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2CC9-4B6E-4294-93B4-D7A6D99A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review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735E-D07E-4EB2-9C6B-D5F0F05B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first create a path in </a:t>
            </a:r>
            <a:r>
              <a:rPr lang="en-US" b="1" dirty="0">
                <a:solidFill>
                  <a:srgbClr val="FF0000"/>
                </a:solidFill>
              </a:rPr>
              <a:t>/movie/urls.py</a:t>
            </a:r>
            <a:r>
              <a:rPr lang="en-US" dirty="0"/>
              <a:t>: </a:t>
            </a:r>
          </a:p>
          <a:p>
            <a:br>
              <a:rPr lang="en-US" dirty="0"/>
            </a:br>
            <a:r>
              <a:rPr lang="en-US" dirty="0" err="1"/>
              <a:t>urlpatterns</a:t>
            </a:r>
            <a:r>
              <a:rPr lang="en-US" dirty="0"/>
              <a:t> = [</a:t>
            </a:r>
          </a:p>
          <a:p>
            <a:r>
              <a:rPr lang="en-US" dirty="0"/>
              <a:t>    path("",</a:t>
            </a:r>
            <a:r>
              <a:rPr lang="en-US" dirty="0" err="1"/>
              <a:t>views.home</a:t>
            </a:r>
            <a:r>
              <a:rPr lang="en-US" dirty="0"/>
              <a:t>, name='home'),</a:t>
            </a:r>
          </a:p>
          <a:p>
            <a:r>
              <a:rPr lang="en-US" dirty="0"/>
              <a:t>    path("about/",</a:t>
            </a:r>
            <a:r>
              <a:rPr lang="en-US" dirty="0" err="1"/>
              <a:t>views.about</a:t>
            </a:r>
            <a:r>
              <a:rPr lang="en-US" dirty="0"/>
              <a:t>),</a:t>
            </a:r>
          </a:p>
          <a:p>
            <a:r>
              <a:rPr lang="en-US" dirty="0"/>
              <a:t>    path("signup/",</a:t>
            </a:r>
            <a:r>
              <a:rPr lang="en-US" dirty="0" err="1"/>
              <a:t>views.signup,name</a:t>
            </a:r>
            <a:r>
              <a:rPr lang="en-US" dirty="0"/>
              <a:t>='signup'),</a:t>
            </a:r>
          </a:p>
          <a:p>
            <a:r>
              <a:rPr lang="en-US" dirty="0"/>
              <a:t>    path('&lt;</a:t>
            </a:r>
            <a:r>
              <a:rPr lang="en-US" dirty="0" err="1"/>
              <a:t>int:movie_id</a:t>
            </a:r>
            <a:r>
              <a:rPr lang="en-US" dirty="0"/>
              <a:t>&gt;/', </a:t>
            </a:r>
            <a:r>
              <a:rPr lang="en-US" dirty="0" err="1"/>
              <a:t>views.detail</a:t>
            </a:r>
            <a:r>
              <a:rPr lang="en-US" dirty="0"/>
              <a:t>, name='detail'),</a:t>
            </a:r>
          </a:p>
          <a:p>
            <a:r>
              <a:rPr lang="en-US" dirty="0"/>
              <a:t>    </a:t>
            </a:r>
            <a:r>
              <a:rPr lang="en-US" b="1" dirty="0">
                <a:solidFill>
                  <a:srgbClr val="FF0000"/>
                </a:solidFill>
              </a:rPr>
              <a:t>path('&lt;</a:t>
            </a:r>
            <a:r>
              <a:rPr lang="en-US" b="1" dirty="0" err="1">
                <a:solidFill>
                  <a:srgbClr val="FF0000"/>
                </a:solidFill>
              </a:rPr>
              <a:t>int:movie_id</a:t>
            </a:r>
            <a:r>
              <a:rPr lang="en-US" b="1" dirty="0">
                <a:solidFill>
                  <a:srgbClr val="FF0000"/>
                </a:solidFill>
              </a:rPr>
              <a:t>&gt;/create', </a:t>
            </a:r>
            <a:r>
              <a:rPr lang="en-US" b="1" dirty="0" err="1">
                <a:solidFill>
                  <a:srgbClr val="FF0000"/>
                </a:solidFill>
              </a:rPr>
              <a:t>views.createreview,name</a:t>
            </a:r>
            <a:r>
              <a:rPr lang="en-US" b="1" dirty="0">
                <a:solidFill>
                  <a:srgbClr val="FF0000"/>
                </a:solidFill>
              </a:rPr>
              <a:t>='</a:t>
            </a:r>
            <a:r>
              <a:rPr lang="en-US" b="1" dirty="0" err="1">
                <a:solidFill>
                  <a:srgbClr val="FF0000"/>
                </a:solidFill>
              </a:rPr>
              <a:t>createreview</a:t>
            </a:r>
            <a:r>
              <a:rPr lang="en-US" b="1" dirty="0">
                <a:solidFill>
                  <a:srgbClr val="FF0000"/>
                </a:solidFill>
              </a:rPr>
              <a:t>'),</a:t>
            </a:r>
          </a:p>
          <a:p>
            <a:r>
              <a:rPr lang="en-US" dirty="0"/>
              <a:t>]</a:t>
            </a:r>
          </a:p>
          <a:p>
            <a:r>
              <a:rPr lang="en-US" dirty="0" err="1"/>
              <a:t>urlpatterns</a:t>
            </a:r>
            <a:r>
              <a:rPr lang="en-US" dirty="0"/>
              <a:t>+=static(</a:t>
            </a:r>
            <a:r>
              <a:rPr lang="en-US" dirty="0" err="1"/>
              <a:t>settings.MEDIA_URL,document_root</a:t>
            </a:r>
            <a:r>
              <a:rPr lang="en-US" dirty="0"/>
              <a:t>=</a:t>
            </a:r>
            <a:r>
              <a:rPr lang="en-US" dirty="0" err="1"/>
              <a:t>settings.MEDIA_ROOT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56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59DF-7F10-471A-8BBA-50F2F7ED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37034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/movie/views.py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951A-000B-47DC-9104-DB755BAD2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656948"/>
            <a:ext cx="10985229" cy="5914450"/>
          </a:xfrm>
        </p:spPr>
        <p:txBody>
          <a:bodyPr>
            <a:normAutofit fontScale="47500" lnSpcReduction="20000"/>
          </a:bodyPr>
          <a:lstStyle/>
          <a:p>
            <a:r>
              <a:rPr lang="en-US" sz="3300" dirty="0"/>
              <a:t>from </a:t>
            </a:r>
            <a:r>
              <a:rPr lang="en-US" sz="3300" dirty="0" err="1"/>
              <a:t>django.shortcuts</a:t>
            </a:r>
            <a:r>
              <a:rPr lang="en-US" sz="3300" dirty="0"/>
              <a:t> import get_object_or_404</a:t>
            </a:r>
            <a:r>
              <a:rPr lang="en-US" sz="3300" b="1" dirty="0"/>
              <a:t>, </a:t>
            </a:r>
            <a:r>
              <a:rPr lang="en-US" sz="3300" b="1" dirty="0">
                <a:solidFill>
                  <a:srgbClr val="FF0000"/>
                </a:solidFill>
              </a:rPr>
              <a:t>redirect </a:t>
            </a:r>
            <a:endParaRPr lang="en-US" sz="3300" dirty="0">
              <a:solidFill>
                <a:srgbClr val="FF0000"/>
              </a:solidFill>
            </a:endParaRPr>
          </a:p>
          <a:p>
            <a:r>
              <a:rPr lang="en-US" sz="3300" dirty="0"/>
              <a:t>from .models import Movie</a:t>
            </a:r>
            <a:r>
              <a:rPr lang="en-US" sz="3300" b="1" dirty="0"/>
              <a:t>, </a:t>
            </a:r>
            <a:r>
              <a:rPr lang="en-US" sz="3300" b="1" dirty="0">
                <a:solidFill>
                  <a:srgbClr val="FF0000"/>
                </a:solidFill>
              </a:rPr>
              <a:t>Review </a:t>
            </a:r>
            <a:endParaRPr lang="en-US" sz="3300" dirty="0">
              <a:solidFill>
                <a:srgbClr val="FF0000"/>
              </a:solidFill>
            </a:endParaRPr>
          </a:p>
          <a:p>
            <a:r>
              <a:rPr lang="en-US" sz="3300" b="1" dirty="0">
                <a:solidFill>
                  <a:srgbClr val="FF0000"/>
                </a:solidFill>
              </a:rPr>
              <a:t>from .forms import </a:t>
            </a:r>
            <a:r>
              <a:rPr lang="en-US" sz="3300" b="1" dirty="0" err="1">
                <a:solidFill>
                  <a:srgbClr val="FF0000"/>
                </a:solidFill>
              </a:rPr>
              <a:t>ReviewForm</a:t>
            </a:r>
            <a:r>
              <a:rPr lang="en-US" sz="3300" b="1" dirty="0">
                <a:solidFill>
                  <a:srgbClr val="FF0000"/>
                </a:solidFill>
              </a:rPr>
              <a:t> </a:t>
            </a:r>
          </a:p>
          <a:p>
            <a:r>
              <a:rPr lang="en-US" sz="2900" b="1" dirty="0"/>
              <a:t>def </a:t>
            </a:r>
            <a:r>
              <a:rPr lang="en-US" sz="2900" b="1" dirty="0" err="1"/>
              <a:t>createreview</a:t>
            </a:r>
            <a:r>
              <a:rPr lang="en-US" sz="2900" b="1" dirty="0"/>
              <a:t>(request, </a:t>
            </a:r>
            <a:r>
              <a:rPr lang="en-US" sz="2900" b="1" dirty="0" err="1"/>
              <a:t>movie_id</a:t>
            </a:r>
            <a:r>
              <a:rPr lang="en-US" sz="2900" b="1" dirty="0"/>
              <a:t>):</a:t>
            </a:r>
          </a:p>
          <a:p>
            <a:r>
              <a:rPr lang="en-US" sz="2900" b="1" dirty="0"/>
              <a:t>    movie = get_object_or_404(</a:t>
            </a:r>
            <a:r>
              <a:rPr lang="en-US" sz="2900" b="1" dirty="0" err="1"/>
              <a:t>Movie,pk</a:t>
            </a:r>
            <a:r>
              <a:rPr lang="en-US" sz="2900" b="1" dirty="0"/>
              <a:t>=</a:t>
            </a:r>
            <a:r>
              <a:rPr lang="en-US" sz="2900" b="1" dirty="0" err="1"/>
              <a:t>movie_id</a:t>
            </a:r>
            <a:r>
              <a:rPr lang="en-US" sz="2900" b="1" dirty="0"/>
              <a:t>)</a:t>
            </a:r>
          </a:p>
          <a:p>
            <a:r>
              <a:rPr lang="en-US" sz="2900" b="1" dirty="0"/>
              <a:t>    if </a:t>
            </a:r>
            <a:r>
              <a:rPr lang="en-US" sz="2900" b="1" dirty="0" err="1"/>
              <a:t>request.method</a:t>
            </a:r>
            <a:r>
              <a:rPr lang="en-US" sz="2900" b="1" dirty="0"/>
              <a:t> == 'GET':</a:t>
            </a:r>
          </a:p>
          <a:p>
            <a:r>
              <a:rPr lang="en-US" sz="2900" b="1" dirty="0"/>
              <a:t>        return render(request, '</a:t>
            </a:r>
            <a:r>
              <a:rPr lang="en-US" dirty="0"/>
              <a:t> movie/</a:t>
            </a:r>
            <a:r>
              <a:rPr lang="en-US" sz="2900" b="1" dirty="0"/>
              <a:t>createreview.html',{'form':</a:t>
            </a:r>
            <a:r>
              <a:rPr lang="en-US" sz="2900" b="1" dirty="0" err="1"/>
              <a:t>ReviewForm</a:t>
            </a:r>
            <a:r>
              <a:rPr lang="en-US" sz="2900" b="1" dirty="0"/>
              <a:t>(), '</a:t>
            </a:r>
            <a:r>
              <a:rPr lang="en-US" sz="2900" b="1" dirty="0" err="1"/>
              <a:t>movie':movie</a:t>
            </a:r>
            <a:r>
              <a:rPr lang="en-US" sz="2900" b="1" dirty="0"/>
              <a:t>})</a:t>
            </a:r>
          </a:p>
          <a:p>
            <a:r>
              <a:rPr lang="en-US" sz="2900" b="1" dirty="0"/>
              <a:t>    else:</a:t>
            </a:r>
          </a:p>
          <a:p>
            <a:r>
              <a:rPr lang="en-US" sz="2900" b="1" dirty="0"/>
              <a:t>        try:</a:t>
            </a:r>
          </a:p>
          <a:p>
            <a:r>
              <a:rPr lang="en-US" sz="2900" b="1" dirty="0"/>
              <a:t>            form = </a:t>
            </a:r>
            <a:r>
              <a:rPr lang="en-US" sz="2900" b="1" dirty="0" err="1"/>
              <a:t>ReviewForm</a:t>
            </a:r>
            <a:r>
              <a:rPr lang="en-US" sz="2900" b="1" dirty="0"/>
              <a:t>(</a:t>
            </a:r>
            <a:r>
              <a:rPr lang="en-US" sz="2900" b="1" dirty="0" err="1"/>
              <a:t>request.POST</a:t>
            </a:r>
            <a:r>
              <a:rPr lang="en-US" sz="2900" b="1" dirty="0"/>
              <a:t>)</a:t>
            </a:r>
          </a:p>
          <a:p>
            <a:r>
              <a:rPr lang="en-US" sz="2900" b="1" dirty="0"/>
              <a:t>            </a:t>
            </a:r>
            <a:r>
              <a:rPr lang="en-US" sz="2900" b="1" dirty="0" err="1"/>
              <a:t>newReview</a:t>
            </a:r>
            <a:r>
              <a:rPr lang="en-US" sz="2900" b="1" dirty="0"/>
              <a:t> = </a:t>
            </a:r>
            <a:r>
              <a:rPr lang="en-US" sz="2900" b="1" dirty="0" err="1"/>
              <a:t>form.save</a:t>
            </a:r>
            <a:r>
              <a:rPr lang="en-US" sz="2900" b="1" dirty="0"/>
              <a:t>(commit=False)</a:t>
            </a:r>
          </a:p>
          <a:p>
            <a:r>
              <a:rPr lang="en-US" sz="2900" b="1" dirty="0"/>
              <a:t>            </a:t>
            </a:r>
            <a:r>
              <a:rPr lang="en-US" sz="2900" b="1" dirty="0" err="1"/>
              <a:t>newReview.user</a:t>
            </a:r>
            <a:r>
              <a:rPr lang="en-US" sz="2900" b="1" dirty="0"/>
              <a:t> = </a:t>
            </a:r>
            <a:r>
              <a:rPr lang="en-US" sz="2900" b="1" dirty="0" err="1"/>
              <a:t>request.user</a:t>
            </a:r>
            <a:endParaRPr lang="en-US" sz="2900" b="1" dirty="0"/>
          </a:p>
          <a:p>
            <a:r>
              <a:rPr lang="en-US" sz="2900" b="1" dirty="0"/>
              <a:t>            </a:t>
            </a:r>
            <a:r>
              <a:rPr lang="en-US" sz="2900" b="1" dirty="0" err="1"/>
              <a:t>newReview.movie</a:t>
            </a:r>
            <a:r>
              <a:rPr lang="en-US" sz="2900" b="1" dirty="0"/>
              <a:t> = movie</a:t>
            </a:r>
          </a:p>
          <a:p>
            <a:r>
              <a:rPr lang="en-US" sz="2900" b="1" dirty="0"/>
              <a:t>            </a:t>
            </a:r>
            <a:r>
              <a:rPr lang="en-US" sz="2900" b="1" dirty="0" err="1"/>
              <a:t>newReview.save</a:t>
            </a:r>
            <a:r>
              <a:rPr lang="en-US" sz="2900" b="1" dirty="0"/>
              <a:t>()</a:t>
            </a:r>
          </a:p>
          <a:p>
            <a:r>
              <a:rPr lang="en-US" sz="2900" b="1" dirty="0"/>
              <a:t>            return redirect('</a:t>
            </a:r>
            <a:r>
              <a:rPr lang="en-US" dirty="0"/>
              <a:t> </a:t>
            </a:r>
            <a:r>
              <a:rPr lang="en-US" sz="2900" b="1" dirty="0" err="1"/>
              <a:t>detail',newReview.movie.id</a:t>
            </a:r>
            <a:r>
              <a:rPr lang="en-US" sz="2900" b="1" dirty="0"/>
              <a:t>)</a:t>
            </a:r>
          </a:p>
          <a:p>
            <a:r>
              <a:rPr lang="en-US" sz="2900" b="1" dirty="0"/>
              <a:t>        except </a:t>
            </a:r>
            <a:r>
              <a:rPr lang="en-US" sz="2900" b="1" dirty="0" err="1"/>
              <a:t>ValueError</a:t>
            </a:r>
            <a:r>
              <a:rPr lang="en-US" sz="2900" b="1" dirty="0"/>
              <a:t>:</a:t>
            </a:r>
          </a:p>
          <a:p>
            <a:r>
              <a:rPr lang="en-US" sz="2900" b="1" dirty="0"/>
              <a:t>            return render(request,'</a:t>
            </a:r>
            <a:r>
              <a:rPr lang="en-US" dirty="0"/>
              <a:t> movie/</a:t>
            </a:r>
            <a:r>
              <a:rPr lang="en-US" sz="2900" b="1" dirty="0"/>
              <a:t>createreview.html',{'form':</a:t>
            </a:r>
            <a:r>
              <a:rPr lang="en-US" sz="2900" b="1" dirty="0" err="1"/>
              <a:t>ReviewForm</a:t>
            </a:r>
            <a:r>
              <a:rPr lang="en-US" sz="2900" b="1" dirty="0"/>
              <a:t>(),'</a:t>
            </a:r>
            <a:r>
              <a:rPr lang="en-US" sz="2900" b="1" dirty="0" err="1"/>
              <a:t>error':'bad</a:t>
            </a:r>
            <a:r>
              <a:rPr lang="en-US" sz="2900" b="1" dirty="0"/>
              <a:t> </a:t>
            </a:r>
            <a:r>
              <a:rPr lang="en-US" sz="2900" b="1" dirty="0" err="1"/>
              <a:t>datapassed</a:t>
            </a:r>
            <a:r>
              <a:rPr lang="en-US" sz="2900" b="1" dirty="0"/>
              <a:t> in'})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1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548C-C650-4601-8790-8C1569A4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1130950"/>
            <a:ext cx="10058400" cy="458153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/movie/templates/ movie/ createreview.html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3421-8251-4CE2-96F9-BF49E52AF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17575"/>
            <a:ext cx="4754057" cy="4022539"/>
          </a:xfrm>
        </p:spPr>
        <p:txBody>
          <a:bodyPr>
            <a:normAutofit fontScale="70000" lnSpcReduction="20000"/>
          </a:bodyPr>
          <a:lstStyle/>
          <a:p>
            <a:r>
              <a:rPr lang="en-US" sz="2300" dirty="0">
                <a:solidFill>
                  <a:schemeClr val="tx1"/>
                </a:solidFill>
              </a:rPr>
              <a:t>{% extends 'base.html' %}</a:t>
            </a:r>
          </a:p>
          <a:p>
            <a:r>
              <a:rPr lang="en-US" sz="2300" dirty="0">
                <a:solidFill>
                  <a:schemeClr val="tx1"/>
                </a:solidFill>
              </a:rPr>
              <a:t>{% block content %}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&lt;div class="card mb-3"&gt;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&lt;div class="row g-0"&gt;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&lt;div&gt;&lt;div class="card-body"&gt;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&lt;h5 class="card-title"&gt;Add Review for {{</a:t>
            </a:r>
            <a:r>
              <a:rPr lang="en-US" sz="2300" dirty="0" err="1">
                <a:solidFill>
                  <a:schemeClr val="tx1"/>
                </a:solidFill>
              </a:rPr>
              <a:t>movie.title</a:t>
            </a:r>
            <a:r>
              <a:rPr lang="en-US" sz="2300" dirty="0">
                <a:solidFill>
                  <a:schemeClr val="tx1"/>
                </a:solidFill>
              </a:rPr>
              <a:t> }}&lt;/h5&gt;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{% if error %}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&lt;div class="alert alert-danger mt-3"role="alert"&gt;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{{ error }}</a:t>
            </a:r>
          </a:p>
          <a:p>
            <a:r>
              <a:rPr lang="en-US" sz="2300" dirty="0">
                <a:solidFill>
                  <a:schemeClr val="tx1"/>
                </a:solidFill>
              </a:rPr>
              <a:t>&lt;/div&gt;</a:t>
            </a:r>
          </a:p>
          <a:p>
            <a:r>
              <a:rPr lang="en-US" sz="2300" dirty="0">
                <a:solidFill>
                  <a:schemeClr val="tx1"/>
                </a:solidFill>
              </a:rPr>
              <a:t>{% endif %}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81858-E3AF-44B9-BC8A-AAB4CB89F68D}"/>
              </a:ext>
            </a:extLst>
          </p:cNvPr>
          <p:cNvSpPr txBox="1"/>
          <p:nvPr/>
        </p:nvSpPr>
        <p:spPr>
          <a:xfrm>
            <a:off x="6464950" y="1716449"/>
            <a:ext cx="475405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 class="card-text"&gt;</a:t>
            </a:r>
          </a:p>
          <a:p>
            <a:r>
              <a:rPr lang="en-US" dirty="0"/>
              <a:t>&lt;form method="POST"&gt;</a:t>
            </a:r>
          </a:p>
          <a:p>
            <a:r>
              <a:rPr lang="en-US" dirty="0"/>
              <a:t>{% </a:t>
            </a:r>
            <a:r>
              <a:rPr lang="en-US" dirty="0" err="1"/>
              <a:t>csrf_token</a:t>
            </a:r>
            <a:r>
              <a:rPr lang="en-US" dirty="0"/>
              <a:t> %}</a:t>
            </a:r>
          </a:p>
          <a:p>
            <a:r>
              <a:rPr lang="en-US" dirty="0"/>
              <a:t>{{ </a:t>
            </a:r>
            <a:r>
              <a:rPr lang="en-US" dirty="0" err="1"/>
              <a:t>form.as_p</a:t>
            </a:r>
            <a:r>
              <a:rPr lang="en-US" dirty="0"/>
              <a:t> }}</a:t>
            </a:r>
          </a:p>
          <a:p>
            <a:r>
              <a:rPr lang="en-US" dirty="0"/>
              <a:t>&lt;button type="submit"</a:t>
            </a:r>
          </a:p>
          <a:p>
            <a:r>
              <a:rPr lang="en-US" dirty="0"/>
              <a:t>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-primary"&gt;</a:t>
            </a:r>
          </a:p>
          <a:p>
            <a:r>
              <a:rPr lang="en-US" dirty="0"/>
              <a:t>Add Review</a:t>
            </a:r>
          </a:p>
          <a:p>
            <a:r>
              <a:rPr lang="en-US" dirty="0"/>
              <a:t>&lt;/button&gt;&lt;/form&gt;&lt;/p&gt;&lt;/div&gt;&lt;/div&gt;&lt;/div&gt;&lt;/div&gt;</a:t>
            </a:r>
          </a:p>
          <a:p>
            <a:r>
              <a:rPr lang="en-US" dirty="0"/>
              <a:t>{% </a:t>
            </a:r>
            <a:r>
              <a:rPr lang="en-US" dirty="0" err="1"/>
              <a:t>endblock</a:t>
            </a:r>
            <a:r>
              <a:rPr lang="en-US" dirty="0"/>
              <a:t> content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0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552F-4A5F-46E2-8561-755F0B5A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In /movie, create the forms.py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15A92-B085-472A-B354-FA07EE54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from </a:t>
            </a:r>
            <a:r>
              <a:rPr lang="en-US" b="1" dirty="0" err="1"/>
              <a:t>django.forms</a:t>
            </a:r>
            <a:r>
              <a:rPr lang="en-US" b="1" dirty="0"/>
              <a:t> import </a:t>
            </a:r>
            <a:r>
              <a:rPr lang="en-US" b="1" dirty="0" err="1"/>
              <a:t>ModelForm</a:t>
            </a:r>
            <a:r>
              <a:rPr lang="en-US" b="1" dirty="0"/>
              <a:t>, </a:t>
            </a:r>
            <a:r>
              <a:rPr lang="en-US" b="1" dirty="0" err="1"/>
              <a:t>Textarea</a:t>
            </a:r>
            <a:endParaRPr lang="en-US" b="1" dirty="0"/>
          </a:p>
          <a:p>
            <a:r>
              <a:rPr lang="en-US" b="1" dirty="0"/>
              <a:t>from .models import Review</a:t>
            </a:r>
          </a:p>
          <a:p>
            <a:r>
              <a:rPr lang="en-US" b="1" dirty="0"/>
              <a:t>class </a:t>
            </a:r>
            <a:r>
              <a:rPr lang="en-US" b="1" dirty="0" err="1"/>
              <a:t>ReviewForm</a:t>
            </a:r>
            <a:r>
              <a:rPr lang="en-US" b="1" dirty="0"/>
              <a:t>(</a:t>
            </a:r>
            <a:r>
              <a:rPr lang="en-US" b="1" dirty="0" err="1"/>
              <a:t>ModelForm</a:t>
            </a:r>
            <a:r>
              <a:rPr lang="en-US" b="1" dirty="0"/>
              <a:t>):</a:t>
            </a:r>
          </a:p>
          <a:p>
            <a:r>
              <a:rPr lang="en-US" b="1" dirty="0"/>
              <a:t>    def __</a:t>
            </a:r>
            <a:r>
              <a:rPr lang="en-US" b="1" dirty="0" err="1"/>
              <a:t>init</a:t>
            </a:r>
            <a:r>
              <a:rPr lang="en-US" b="1" dirty="0"/>
              <a:t>__(self, *</a:t>
            </a:r>
            <a:r>
              <a:rPr lang="en-US" b="1" dirty="0" err="1"/>
              <a:t>args</a:t>
            </a:r>
            <a:r>
              <a:rPr lang="en-US" b="1" dirty="0"/>
              <a:t>, **</a:t>
            </a:r>
            <a:r>
              <a:rPr lang="en-US" b="1" dirty="0" err="1"/>
              <a:t>kwargs</a:t>
            </a:r>
            <a:r>
              <a:rPr lang="en-US" b="1" dirty="0"/>
              <a:t>):</a:t>
            </a:r>
          </a:p>
          <a:p>
            <a:r>
              <a:rPr lang="en-US" b="1" dirty="0"/>
              <a:t>        super(</a:t>
            </a:r>
            <a:r>
              <a:rPr lang="en-US" b="1" dirty="0" err="1"/>
              <a:t>ModelForm</a:t>
            </a:r>
            <a:r>
              <a:rPr lang="en-US" b="1" dirty="0"/>
              <a:t>, self).__</a:t>
            </a:r>
            <a:r>
              <a:rPr lang="en-US" b="1" dirty="0" err="1"/>
              <a:t>init</a:t>
            </a:r>
            <a:r>
              <a:rPr lang="en-US" b="1" dirty="0"/>
              <a:t>__(*</a:t>
            </a:r>
            <a:r>
              <a:rPr lang="en-US" b="1" dirty="0" err="1"/>
              <a:t>args</a:t>
            </a:r>
            <a:r>
              <a:rPr lang="en-US" b="1" dirty="0"/>
              <a:t>,**</a:t>
            </a:r>
            <a:r>
              <a:rPr lang="en-US" b="1" dirty="0" err="1"/>
              <a:t>kwargs</a:t>
            </a:r>
            <a:r>
              <a:rPr lang="en-US" b="1" dirty="0"/>
              <a:t>)</a:t>
            </a:r>
          </a:p>
          <a:p>
            <a:r>
              <a:rPr lang="en-US" b="1" dirty="0"/>
              <a:t>        </a:t>
            </a:r>
            <a:r>
              <a:rPr lang="en-US" b="1" dirty="0" err="1"/>
              <a:t>self.fields</a:t>
            </a:r>
            <a:r>
              <a:rPr lang="en-US" b="1" dirty="0"/>
              <a:t>['text'].</a:t>
            </a:r>
            <a:r>
              <a:rPr lang="en-US" b="1" dirty="0" err="1"/>
              <a:t>widget.attrs.update</a:t>
            </a:r>
            <a:r>
              <a:rPr lang="en-US" b="1" dirty="0"/>
              <a:t>({'class': 'form-control'})</a:t>
            </a:r>
          </a:p>
          <a:p>
            <a:r>
              <a:rPr lang="en-US" b="1" dirty="0"/>
              <a:t>        </a:t>
            </a:r>
            <a:r>
              <a:rPr lang="en-US" b="1" dirty="0" err="1"/>
              <a:t>self.fields</a:t>
            </a:r>
            <a:r>
              <a:rPr lang="en-US" b="1" dirty="0"/>
              <a:t>['</a:t>
            </a:r>
            <a:r>
              <a:rPr lang="en-US" b="1" dirty="0" err="1"/>
              <a:t>watchAgain</a:t>
            </a:r>
            <a:r>
              <a:rPr lang="en-US" b="1" dirty="0"/>
              <a:t>'].</a:t>
            </a:r>
            <a:r>
              <a:rPr lang="en-US" b="1" dirty="0" err="1"/>
              <a:t>widget.attrs.update</a:t>
            </a:r>
            <a:r>
              <a:rPr lang="en-US" b="1" dirty="0"/>
              <a:t>({'class': 'form-check-input'})</a:t>
            </a:r>
          </a:p>
          <a:p>
            <a:r>
              <a:rPr lang="en-US" b="1" dirty="0"/>
              <a:t>    class Meta:</a:t>
            </a:r>
          </a:p>
          <a:p>
            <a:r>
              <a:rPr lang="en-US" b="1" dirty="0"/>
              <a:t>        model = Review</a:t>
            </a:r>
          </a:p>
          <a:p>
            <a:r>
              <a:rPr lang="en-US" b="1" dirty="0"/>
              <a:t>        fields = ['text','</a:t>
            </a:r>
            <a:r>
              <a:rPr lang="en-US" b="1" dirty="0" err="1"/>
              <a:t>watchAgain</a:t>
            </a:r>
            <a:r>
              <a:rPr lang="en-US" b="1" dirty="0"/>
              <a:t>']</a:t>
            </a:r>
          </a:p>
          <a:p>
            <a:r>
              <a:rPr lang="en-US" b="1" dirty="0"/>
              <a:t>        labels = {'</a:t>
            </a:r>
            <a:r>
              <a:rPr lang="en-US" b="1" dirty="0" err="1"/>
              <a:t>watchAgain</a:t>
            </a:r>
            <a:r>
              <a:rPr lang="en-US" b="1" dirty="0"/>
              <a:t>': ('Watch Again')}</a:t>
            </a:r>
          </a:p>
          <a:p>
            <a:r>
              <a:rPr lang="en-US" b="1" dirty="0"/>
              <a:t>        widgets = {'text': </a:t>
            </a:r>
            <a:r>
              <a:rPr lang="en-US" b="1" dirty="0" err="1"/>
              <a:t>Textarea</a:t>
            </a:r>
            <a:r>
              <a:rPr lang="en-US" b="1" dirty="0"/>
              <a:t>(</a:t>
            </a:r>
            <a:r>
              <a:rPr lang="en-US" b="1" dirty="0" err="1"/>
              <a:t>attrs</a:t>
            </a:r>
            <a:r>
              <a:rPr lang="en-US" b="1" dirty="0"/>
              <a:t>={'rows': 4}),}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D83B-CC49-4CEC-B4C5-8AC391FA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Update /movie/templates/ movie/ detail.html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F285-5526-4FB1-88D9-5291123F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{% if movie.url %}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="{{ movie.url }}"</a:t>
            </a:r>
          </a:p>
          <a:p>
            <a:r>
              <a:rPr lang="en-US" dirty="0"/>
              <a:t>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-primary"&gt;</a:t>
            </a:r>
          </a:p>
          <a:p>
            <a:r>
              <a:rPr lang="en-US" dirty="0"/>
              <a:t>Movie Link</a:t>
            </a:r>
          </a:p>
          <a:p>
            <a:r>
              <a:rPr lang="en-US" dirty="0"/>
              <a:t>&lt;/a&gt;</a:t>
            </a:r>
          </a:p>
          <a:p>
            <a:r>
              <a:rPr lang="en-US" dirty="0"/>
              <a:t>{% endif %}</a:t>
            </a:r>
          </a:p>
          <a:p>
            <a:r>
              <a:rPr lang="en-US" b="1" dirty="0">
                <a:solidFill>
                  <a:srgbClr val="FF0000"/>
                </a:solidFill>
              </a:rPr>
              <a:t>{% if </a:t>
            </a:r>
            <a:r>
              <a:rPr lang="en-US" b="1" dirty="0" err="1">
                <a:solidFill>
                  <a:srgbClr val="FF0000"/>
                </a:solidFill>
              </a:rPr>
              <a:t>user.is_authenticated</a:t>
            </a:r>
            <a:r>
              <a:rPr lang="en-US" b="1" dirty="0">
                <a:solidFill>
                  <a:srgbClr val="FF0000"/>
                </a:solidFill>
              </a:rPr>
              <a:t> %}</a:t>
            </a:r>
          </a:p>
          <a:p>
            <a:r>
              <a:rPr lang="en-US" b="1" dirty="0">
                <a:solidFill>
                  <a:srgbClr val="FF0000"/>
                </a:solidFill>
              </a:rPr>
              <a:t>&lt;a 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="{% </a:t>
            </a:r>
            <a:r>
              <a:rPr lang="en-US" b="1" dirty="0" err="1">
                <a:solidFill>
                  <a:srgbClr val="FF0000"/>
                </a:solidFill>
              </a:rPr>
              <a:t>url</a:t>
            </a:r>
            <a:r>
              <a:rPr lang="en-US" b="1" dirty="0">
                <a:solidFill>
                  <a:srgbClr val="FF0000"/>
                </a:solidFill>
              </a:rPr>
              <a:t> '</a:t>
            </a:r>
            <a:r>
              <a:rPr lang="en-US" b="1" dirty="0" err="1">
                <a:solidFill>
                  <a:srgbClr val="FF0000"/>
                </a:solidFill>
              </a:rPr>
              <a:t>createreview</a:t>
            </a:r>
            <a:r>
              <a:rPr lang="en-US" b="1" dirty="0">
                <a:solidFill>
                  <a:srgbClr val="FF0000"/>
                </a:solidFill>
              </a:rPr>
              <a:t>' movie.id %}"</a:t>
            </a:r>
          </a:p>
          <a:p>
            <a:r>
              <a:rPr lang="en-US" b="1" dirty="0">
                <a:solidFill>
                  <a:srgbClr val="FF0000"/>
                </a:solidFill>
              </a:rPr>
              <a:t>class="</a:t>
            </a:r>
            <a:r>
              <a:rPr lang="en-US" b="1" dirty="0" err="1">
                <a:solidFill>
                  <a:srgbClr val="FF0000"/>
                </a:solidFill>
              </a:rPr>
              <a:t>btn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btn</a:t>
            </a:r>
            <a:r>
              <a:rPr lang="en-US" b="1" dirty="0">
                <a:solidFill>
                  <a:srgbClr val="FF0000"/>
                </a:solidFill>
              </a:rPr>
              <a:t>-primary"&gt;</a:t>
            </a:r>
          </a:p>
          <a:p>
            <a:r>
              <a:rPr lang="en-US" b="1" dirty="0">
                <a:solidFill>
                  <a:srgbClr val="FF0000"/>
                </a:solidFill>
              </a:rPr>
              <a:t>Add Review</a:t>
            </a:r>
          </a:p>
          <a:p>
            <a:r>
              <a:rPr lang="en-US" b="1" dirty="0">
                <a:solidFill>
                  <a:srgbClr val="FF0000"/>
                </a:solidFill>
              </a:rPr>
              <a:t>&lt;/a&gt;</a:t>
            </a:r>
          </a:p>
          <a:p>
            <a:r>
              <a:rPr lang="en-US" b="1" dirty="0">
                <a:solidFill>
                  <a:srgbClr val="FF0000"/>
                </a:solidFill>
              </a:rPr>
              <a:t>{% endif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2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2040-B7A1-45A0-A11A-AEC0AC0C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Movie detail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900BB-F0F8-476C-B0CA-F32F66D6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B048D-E549-4C2A-A47D-9E8DA8A30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10149742" cy="386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9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21C8-957C-4B44-8B60-8FDE6A6E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After adding review check the admin panel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F81D80-B49A-4D58-B8E9-4410DBE98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28508"/>
            <a:ext cx="619601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8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8290-5912-4113-BB88-5E47AFC2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Listing reviews 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Now, we want to list a movie's reviews on the movie details page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29A2-24DE-4803-AB88-8AF794EA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 /movie/views.py 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def detail(request, </a:t>
            </a:r>
            <a:r>
              <a:rPr lang="en-US" dirty="0" err="1"/>
              <a:t>movie_id</a:t>
            </a:r>
            <a:r>
              <a:rPr lang="en-US" dirty="0"/>
              <a:t>):</a:t>
            </a:r>
          </a:p>
          <a:p>
            <a:r>
              <a:rPr lang="en-US" dirty="0"/>
              <a:t>    movie = get_object_or_404(</a:t>
            </a:r>
            <a:r>
              <a:rPr lang="en-US" dirty="0" err="1"/>
              <a:t>Movie,pk</a:t>
            </a:r>
            <a:r>
              <a:rPr lang="en-US" dirty="0"/>
              <a:t>=</a:t>
            </a:r>
            <a:r>
              <a:rPr lang="en-US" dirty="0" err="1"/>
              <a:t>movie_id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0000FF"/>
                </a:solidFill>
              </a:rPr>
              <a:t>    reviews = </a:t>
            </a:r>
            <a:r>
              <a:rPr lang="en-US" b="1" dirty="0" err="1">
                <a:solidFill>
                  <a:srgbClr val="0000FF"/>
                </a:solidFill>
              </a:rPr>
              <a:t>Review.objects.filter</a:t>
            </a:r>
            <a:r>
              <a:rPr lang="en-US" b="1" dirty="0">
                <a:solidFill>
                  <a:srgbClr val="0000FF"/>
                </a:solidFill>
              </a:rPr>
              <a:t>(movie = movie)</a:t>
            </a:r>
            <a:endParaRPr lang="en-US" dirty="0"/>
          </a:p>
          <a:p>
            <a:r>
              <a:rPr lang="en-US" dirty="0"/>
              <a:t>    return render(request, 'movie/detail.html',{'</a:t>
            </a:r>
            <a:r>
              <a:rPr lang="en-US" dirty="0" err="1"/>
              <a:t>movie':movie,</a:t>
            </a:r>
            <a:r>
              <a:rPr lang="en-US" b="1" dirty="0" err="1">
                <a:solidFill>
                  <a:srgbClr val="0000FF"/>
                </a:solidFill>
              </a:rPr>
              <a:t>'reviews</a:t>
            </a:r>
            <a:r>
              <a:rPr lang="en-US" b="1" dirty="0">
                <a:solidFill>
                  <a:srgbClr val="0000FF"/>
                </a:solidFill>
              </a:rPr>
              <a:t>': reviews</a:t>
            </a:r>
            <a:r>
              <a:rPr lang="en-US" dirty="0"/>
              <a:t>})</a:t>
            </a:r>
          </a:p>
          <a:p>
            <a:br>
              <a:rPr lang="en-US" dirty="0"/>
            </a:br>
            <a:endParaRPr lang="en-US" dirty="0"/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98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4F6F-98FD-45FC-9103-C8C81025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 /movie/templates/movie/ detail.html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830C2-6121-4DE9-8B58-20C81B05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081578" cy="4023360"/>
          </a:xfrm>
        </p:spPr>
        <p:txBody>
          <a:bodyPr>
            <a:normAutofit fontScale="70000" lnSpcReduction="20000"/>
          </a:bodyPr>
          <a:lstStyle/>
          <a:p>
            <a:r>
              <a:rPr lang="en-US" sz="1100" dirty="0"/>
              <a:t>Movie Link</a:t>
            </a:r>
          </a:p>
          <a:p>
            <a:r>
              <a:rPr lang="en-US" sz="1100" dirty="0"/>
              <a:t>&lt;/a&gt;</a:t>
            </a:r>
          </a:p>
          <a:p>
            <a:r>
              <a:rPr lang="en-US" sz="1100" dirty="0"/>
              <a:t>{% endif %}</a:t>
            </a:r>
          </a:p>
          <a:p>
            <a:r>
              <a:rPr lang="en-US" sz="1100" dirty="0"/>
              <a:t>{% if </a:t>
            </a:r>
            <a:r>
              <a:rPr lang="en-US" sz="1100" dirty="0" err="1"/>
              <a:t>user.is_authenticated</a:t>
            </a:r>
            <a:r>
              <a:rPr lang="en-US" sz="1100" dirty="0"/>
              <a:t> %}</a:t>
            </a:r>
          </a:p>
          <a:p>
            <a:r>
              <a:rPr lang="en-US" sz="1100" dirty="0"/>
              <a:t>&lt;a </a:t>
            </a:r>
            <a:r>
              <a:rPr lang="en-US" sz="1100" dirty="0" err="1"/>
              <a:t>href</a:t>
            </a:r>
            <a:r>
              <a:rPr lang="en-US" sz="1100" dirty="0"/>
              <a:t>="{% </a:t>
            </a:r>
            <a:r>
              <a:rPr lang="en-US" sz="1100" dirty="0" err="1"/>
              <a:t>url</a:t>
            </a:r>
            <a:r>
              <a:rPr lang="en-US" sz="1100" dirty="0"/>
              <a:t> '</a:t>
            </a:r>
            <a:r>
              <a:rPr lang="en-US" sz="1100" dirty="0" err="1"/>
              <a:t>createreview</a:t>
            </a:r>
            <a:r>
              <a:rPr lang="en-US" sz="1100" dirty="0"/>
              <a:t>' movie.id %}"class="</a:t>
            </a:r>
            <a:r>
              <a:rPr lang="en-US" sz="1100" dirty="0" err="1"/>
              <a:t>btn</a:t>
            </a:r>
            <a:r>
              <a:rPr lang="en-US" sz="1100" dirty="0"/>
              <a:t> </a:t>
            </a:r>
            <a:r>
              <a:rPr lang="en-US" sz="1100" dirty="0" err="1"/>
              <a:t>btn</a:t>
            </a:r>
            <a:r>
              <a:rPr lang="en-US" sz="1100" dirty="0"/>
              <a:t>-primary"&gt;Add Review&lt;/a&gt;</a:t>
            </a:r>
          </a:p>
          <a:p>
            <a:r>
              <a:rPr lang="en-US" sz="1100" dirty="0"/>
              <a:t>{% endif %}</a:t>
            </a:r>
          </a:p>
          <a:p>
            <a:r>
              <a:rPr lang="en-US" sz="1100" dirty="0"/>
              <a:t>&lt;/p&gt;</a:t>
            </a:r>
          </a:p>
          <a:p>
            <a:br>
              <a:rPr lang="en-US" dirty="0"/>
            </a:br>
            <a:r>
              <a:rPr lang="en-US" sz="2300" dirty="0"/>
              <a:t>&lt;</a:t>
            </a:r>
            <a:r>
              <a:rPr lang="en-US" sz="2300" dirty="0" err="1"/>
              <a:t>hr</a:t>
            </a:r>
            <a:r>
              <a:rPr lang="en-US" sz="2300" dirty="0"/>
              <a:t> /&gt;</a:t>
            </a:r>
          </a:p>
          <a:p>
            <a:r>
              <a:rPr lang="en-US" sz="2300" dirty="0"/>
              <a:t>&lt;h3&gt;Reviews&lt;/h3&gt;</a:t>
            </a:r>
          </a:p>
          <a:p>
            <a:r>
              <a:rPr lang="en-US" sz="2300" dirty="0"/>
              <a:t>&lt;ul class="list-group"&gt;</a:t>
            </a:r>
          </a:p>
          <a:p>
            <a:r>
              <a:rPr lang="en-US" sz="2300" dirty="0"/>
              <a:t>{% for review in reviews %}</a:t>
            </a:r>
          </a:p>
          <a:p>
            <a:r>
              <a:rPr lang="en-US" sz="2300" dirty="0"/>
              <a:t>&lt;li class="list-group-item pb-3 pt-3"&gt;</a:t>
            </a:r>
          </a:p>
          <a:p>
            <a:r>
              <a:rPr lang="en-US" sz="2300" dirty="0"/>
              <a:t>&lt;h5 class="card-title"&gt;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1C10C-0D6A-4A7D-B3E4-FC010CF4D1F1}"/>
              </a:ext>
            </a:extLst>
          </p:cNvPr>
          <p:cNvSpPr txBox="1"/>
          <p:nvPr/>
        </p:nvSpPr>
        <p:spPr>
          <a:xfrm>
            <a:off x="6658253" y="1845734"/>
            <a:ext cx="527548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Review by {{ </a:t>
            </a:r>
            <a:r>
              <a:rPr lang="en-US" dirty="0" err="1"/>
              <a:t>review.user.username</a:t>
            </a:r>
            <a:r>
              <a:rPr lang="en-US" dirty="0"/>
              <a:t> }}</a:t>
            </a:r>
          </a:p>
          <a:p>
            <a:r>
              <a:rPr lang="en-US" dirty="0"/>
              <a:t>&lt;/h5&gt;</a:t>
            </a:r>
          </a:p>
          <a:p>
            <a:r>
              <a:rPr lang="en-US" dirty="0"/>
              <a:t>&lt;h6 class="card-subtitle mb-2 text-muted"&gt;</a:t>
            </a:r>
          </a:p>
          <a:p>
            <a:r>
              <a:rPr lang="en-US" dirty="0"/>
              <a:t>{{ </a:t>
            </a:r>
            <a:r>
              <a:rPr lang="en-US" dirty="0" err="1"/>
              <a:t>review.date</a:t>
            </a:r>
            <a:r>
              <a:rPr lang="en-US" dirty="0"/>
              <a:t> }}</a:t>
            </a:r>
          </a:p>
          <a:p>
            <a:r>
              <a:rPr lang="en-US" dirty="0"/>
              <a:t>&lt;/h6&gt;</a:t>
            </a:r>
          </a:p>
          <a:p>
            <a:r>
              <a:rPr lang="en-US" dirty="0"/>
              <a:t>&lt;p class="card-text"&gt;{{ </a:t>
            </a:r>
            <a:r>
              <a:rPr lang="en-US" dirty="0" err="1"/>
              <a:t>review.text</a:t>
            </a:r>
            <a:r>
              <a:rPr lang="en-US" dirty="0"/>
              <a:t> }}&lt;/p&gt;</a:t>
            </a:r>
          </a:p>
          <a:p>
            <a:r>
              <a:rPr lang="en-US" dirty="0"/>
              <a:t>{% if </a:t>
            </a:r>
            <a:r>
              <a:rPr lang="en-US" dirty="0" err="1"/>
              <a:t>user.is_authenticated</a:t>
            </a:r>
            <a:r>
              <a:rPr lang="en-US" dirty="0"/>
              <a:t> and user == </a:t>
            </a:r>
            <a:r>
              <a:rPr lang="en-US" dirty="0" err="1"/>
              <a:t>review.user</a:t>
            </a:r>
            <a:r>
              <a:rPr lang="en-US" dirty="0"/>
              <a:t> %}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 me-2"href="#"&gt;Update&lt;/a&gt;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btn-danger"href</a:t>
            </a:r>
            <a:r>
              <a:rPr lang="en-US" dirty="0"/>
              <a:t>="#"&gt;Delete&lt;/a&gt;</a:t>
            </a:r>
          </a:p>
          <a:p>
            <a:r>
              <a:rPr lang="en-US" dirty="0"/>
              <a:t>{% endif %}</a:t>
            </a:r>
          </a:p>
          <a:p>
            <a:r>
              <a:rPr lang="en-US" dirty="0"/>
              <a:t>&lt;/li&gt;</a:t>
            </a:r>
          </a:p>
          <a:p>
            <a:r>
              <a:rPr lang="en-US" dirty="0"/>
              <a:t>{% </a:t>
            </a:r>
            <a:r>
              <a:rPr lang="en-US" dirty="0" err="1"/>
              <a:t>endfor</a:t>
            </a:r>
            <a:r>
              <a:rPr lang="en-US" dirty="0"/>
              <a:t> %}</a:t>
            </a:r>
          </a:p>
          <a:p>
            <a:r>
              <a:rPr lang="en-US" dirty="0"/>
              <a:t>&lt;/ul&gt;</a:t>
            </a:r>
          </a:p>
          <a:p>
            <a:r>
              <a:rPr lang="en-US" dirty="0"/>
              <a:t>&lt;/div&gt;&lt;/div&gt;&lt;/div&gt;&lt;/div&gt;&lt;/div&gt;</a:t>
            </a:r>
          </a:p>
          <a:p>
            <a:br>
              <a:rPr lang="en-US" dirty="0"/>
            </a:br>
            <a:r>
              <a:rPr lang="en-US" dirty="0"/>
              <a:t>{% </a:t>
            </a:r>
            <a:r>
              <a:rPr lang="en-US" dirty="0" err="1"/>
              <a:t>endblock</a:t>
            </a:r>
            <a:r>
              <a:rPr lang="en-US" dirty="0"/>
              <a:t> content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7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03258-9F94-48EC-B1CD-619AACA7C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185862"/>
            <a:ext cx="1134427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92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E15B-A248-4E91-AB84-45212943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85926"/>
            <a:ext cx="10058400" cy="1100831"/>
          </a:xfrm>
        </p:spPr>
        <p:txBody>
          <a:bodyPr>
            <a:normAutofit/>
          </a:bodyPr>
          <a:lstStyle/>
          <a:p>
            <a:r>
              <a:rPr lang="en-US" sz="3200" b="1" dirty="0"/>
              <a:t>Updating a review </a:t>
            </a:r>
            <a:br>
              <a:rPr lang="en-US" sz="3200" b="1" dirty="0"/>
            </a:br>
            <a:r>
              <a:rPr lang="en-US" sz="3200" dirty="0">
                <a:solidFill>
                  <a:srgbClr val="FF0000"/>
                </a:solidFill>
              </a:rPr>
              <a:t>in /movie/urls.py: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11507-1C8B-4E6C-AD6D-1D306E0F80DE}"/>
              </a:ext>
            </a:extLst>
          </p:cNvPr>
          <p:cNvSpPr txBox="1"/>
          <p:nvPr/>
        </p:nvSpPr>
        <p:spPr>
          <a:xfrm>
            <a:off x="1066799" y="1961965"/>
            <a:ext cx="9009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path('review/&lt;</a:t>
            </a:r>
            <a:r>
              <a:rPr lang="en-US" b="1" dirty="0" err="1"/>
              <a:t>int:review_id</a:t>
            </a:r>
            <a:r>
              <a:rPr lang="en-US" b="1" dirty="0"/>
              <a:t>&gt;', </a:t>
            </a:r>
            <a:r>
              <a:rPr lang="en-US" b="1" dirty="0" err="1"/>
              <a:t>views.updatereview</a:t>
            </a:r>
            <a:r>
              <a:rPr lang="en-US" b="1" dirty="0"/>
              <a:t>, name='</a:t>
            </a:r>
            <a:r>
              <a:rPr lang="en-US" b="1" dirty="0" err="1"/>
              <a:t>updatereview</a:t>
            </a:r>
            <a:r>
              <a:rPr lang="en-US" b="1" dirty="0"/>
              <a:t>'),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39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F817-D280-458E-8540-20C2B3BF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70" y="240452"/>
            <a:ext cx="10058400" cy="74845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In /movie/views.py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68E2C-E7AA-4806-9D33-AB26D3AC9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33" y="1370845"/>
            <a:ext cx="11184089" cy="5122416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updatereview</a:t>
            </a:r>
            <a:r>
              <a:rPr lang="en-US" dirty="0"/>
              <a:t>(request, </a:t>
            </a:r>
            <a:r>
              <a:rPr lang="en-US" dirty="0" err="1"/>
              <a:t>review_id</a:t>
            </a:r>
            <a:r>
              <a:rPr lang="en-US" dirty="0"/>
              <a:t>):</a:t>
            </a:r>
          </a:p>
          <a:p>
            <a:r>
              <a:rPr lang="en-US" dirty="0"/>
              <a:t>    review = get_object_or_404(</a:t>
            </a:r>
            <a:r>
              <a:rPr lang="en-US" dirty="0" err="1"/>
              <a:t>Review,pk</a:t>
            </a:r>
            <a:r>
              <a:rPr lang="en-US" dirty="0"/>
              <a:t>=</a:t>
            </a:r>
            <a:r>
              <a:rPr lang="en-US" dirty="0" err="1"/>
              <a:t>review_id,user</a:t>
            </a:r>
            <a:r>
              <a:rPr lang="en-US" dirty="0"/>
              <a:t>=</a:t>
            </a:r>
            <a:r>
              <a:rPr lang="en-US" dirty="0" err="1"/>
              <a:t>request.user</a:t>
            </a:r>
            <a:r>
              <a:rPr lang="en-US" dirty="0"/>
              <a:t>)</a:t>
            </a:r>
          </a:p>
          <a:p>
            <a:r>
              <a:rPr lang="en-US" dirty="0"/>
              <a:t>    if </a:t>
            </a:r>
            <a:r>
              <a:rPr lang="en-US" dirty="0" err="1"/>
              <a:t>request.method</a:t>
            </a:r>
            <a:r>
              <a:rPr lang="en-US" dirty="0"/>
              <a:t> == 'GET':</a:t>
            </a:r>
          </a:p>
          <a:p>
            <a:r>
              <a:rPr lang="en-US" dirty="0"/>
              <a:t>        form = </a:t>
            </a:r>
            <a:r>
              <a:rPr lang="en-US" dirty="0" err="1"/>
              <a:t>ReviewForm</a:t>
            </a:r>
            <a:r>
              <a:rPr lang="en-US" dirty="0"/>
              <a:t>(instance=review)</a:t>
            </a:r>
          </a:p>
          <a:p>
            <a:r>
              <a:rPr lang="en-US" dirty="0"/>
              <a:t>        return render(request, 'movie/updatereview.html',{'review': </a:t>
            </a:r>
            <a:r>
              <a:rPr lang="en-US" dirty="0" err="1"/>
              <a:t>review,'form':form</a:t>
            </a:r>
            <a:r>
              <a:rPr lang="en-US" dirty="0"/>
              <a:t>})</a:t>
            </a:r>
          </a:p>
          <a:p>
            <a:r>
              <a:rPr lang="en-US" dirty="0"/>
              <a:t>    else:</a:t>
            </a:r>
          </a:p>
          <a:p>
            <a:r>
              <a:rPr lang="en-US" dirty="0"/>
              <a:t>        try:</a:t>
            </a:r>
          </a:p>
          <a:p>
            <a:r>
              <a:rPr lang="en-US" dirty="0"/>
              <a:t>            form = </a:t>
            </a:r>
            <a:r>
              <a:rPr lang="en-US" dirty="0" err="1"/>
              <a:t>ReviewForm</a:t>
            </a:r>
            <a:r>
              <a:rPr lang="en-US" dirty="0"/>
              <a:t>(</a:t>
            </a:r>
            <a:r>
              <a:rPr lang="en-US" dirty="0" err="1"/>
              <a:t>request.POST,instance</a:t>
            </a:r>
            <a:r>
              <a:rPr lang="en-US" dirty="0"/>
              <a:t>=review)</a:t>
            </a:r>
          </a:p>
          <a:p>
            <a:r>
              <a:rPr lang="en-US" dirty="0"/>
              <a:t>            </a:t>
            </a:r>
            <a:r>
              <a:rPr lang="en-US" dirty="0" err="1"/>
              <a:t>form.save</a:t>
            </a:r>
            <a:r>
              <a:rPr lang="en-US" dirty="0"/>
              <a:t>()</a:t>
            </a:r>
          </a:p>
          <a:p>
            <a:r>
              <a:rPr lang="en-US" dirty="0"/>
              <a:t>            return redirect(‘detail', review.movie.id)</a:t>
            </a:r>
          </a:p>
          <a:p>
            <a:r>
              <a:rPr lang="en-US" dirty="0"/>
              <a:t>        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r>
              <a:rPr lang="en-US" dirty="0"/>
              <a:t>            return render(</a:t>
            </a:r>
            <a:r>
              <a:rPr lang="en-US" dirty="0" err="1"/>
              <a:t>request,'movie</a:t>
            </a:r>
            <a:r>
              <a:rPr lang="en-US" dirty="0"/>
              <a:t>/updatereview.html',{'review': </a:t>
            </a:r>
            <a:r>
              <a:rPr lang="en-US" dirty="0" err="1"/>
              <a:t>review,'form':form,'error':'Bad</a:t>
            </a:r>
            <a:r>
              <a:rPr lang="en-US" dirty="0"/>
              <a:t> data in form'})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925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2D52-8CBC-434E-9C14-D144AC5E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/movie/templates/ movie/ updatereview.html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E344-FDDC-46E0-A356-AA95B5203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536864" cy="402336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{% extends 'base.html' %} </a:t>
            </a:r>
          </a:p>
          <a:p>
            <a:r>
              <a:rPr lang="en-US" dirty="0"/>
              <a:t>{% block content %} </a:t>
            </a:r>
          </a:p>
          <a:p>
            <a:r>
              <a:rPr lang="en-US" dirty="0"/>
              <a:t>&lt;div class="card mb-3"&gt; </a:t>
            </a:r>
          </a:p>
          <a:p>
            <a:r>
              <a:rPr lang="en-US" dirty="0"/>
              <a:t>&lt;div class="row g-0"&gt; </a:t>
            </a:r>
          </a:p>
          <a:p>
            <a:r>
              <a:rPr lang="en-US" dirty="0"/>
              <a:t>&lt;div&gt; </a:t>
            </a:r>
          </a:p>
          <a:p>
            <a:r>
              <a:rPr lang="en-US" dirty="0"/>
              <a:t>&lt;div class="card-body"&gt; &lt;h5 class="card-title"&gt; </a:t>
            </a:r>
          </a:p>
          <a:p>
            <a:r>
              <a:rPr lang="en-US" dirty="0"/>
              <a:t>Update Review for {{ </a:t>
            </a:r>
            <a:r>
              <a:rPr lang="en-US" dirty="0" err="1"/>
              <a:t>review.movie.title</a:t>
            </a:r>
            <a:r>
              <a:rPr lang="en-US" dirty="0"/>
              <a:t> }} </a:t>
            </a:r>
          </a:p>
          <a:p>
            <a:r>
              <a:rPr lang="en-US" dirty="0"/>
              <a:t>&lt;/h5&gt; </a:t>
            </a:r>
          </a:p>
          <a:p>
            <a:r>
              <a:rPr lang="en-US" dirty="0"/>
              <a:t>{% if error %} </a:t>
            </a:r>
          </a:p>
          <a:p>
            <a:r>
              <a:rPr lang="en-US" dirty="0"/>
              <a:t>&lt;div class="alert alert-danger mt-3" </a:t>
            </a:r>
          </a:p>
          <a:p>
            <a:r>
              <a:rPr lang="en-US" dirty="0"/>
              <a:t>role="alert"&gt; </a:t>
            </a:r>
          </a:p>
          <a:p>
            <a:r>
              <a:rPr lang="en-US" dirty="0"/>
              <a:t>{{ error }} </a:t>
            </a:r>
          </a:p>
          <a:p>
            <a:r>
              <a:rPr lang="en-US" dirty="0"/>
              <a:t>&lt;/div&gt; </a:t>
            </a:r>
          </a:p>
          <a:p>
            <a:r>
              <a:rPr lang="en-US" dirty="0"/>
              <a:t>{% endif %}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072C2-7215-4CD7-AF24-6B7549B49AB9}"/>
              </a:ext>
            </a:extLst>
          </p:cNvPr>
          <p:cNvSpPr txBox="1"/>
          <p:nvPr/>
        </p:nvSpPr>
        <p:spPr>
          <a:xfrm>
            <a:off x="5646197" y="2139518"/>
            <a:ext cx="43323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&lt;p class="card-text"&gt; </a:t>
            </a:r>
          </a:p>
          <a:p>
            <a:r>
              <a:rPr lang="en-US" dirty="0"/>
              <a:t>&lt;form method="POST"&gt; </a:t>
            </a:r>
          </a:p>
          <a:p>
            <a:r>
              <a:rPr lang="en-US" dirty="0"/>
              <a:t>{% </a:t>
            </a:r>
            <a:r>
              <a:rPr lang="en-US" dirty="0" err="1"/>
              <a:t>csrf_token</a:t>
            </a:r>
            <a:r>
              <a:rPr lang="en-US" dirty="0"/>
              <a:t> %} </a:t>
            </a:r>
          </a:p>
          <a:p>
            <a:r>
              <a:rPr lang="en-US" dirty="0"/>
              <a:t>{{ </a:t>
            </a:r>
            <a:r>
              <a:rPr lang="en-US" dirty="0" err="1"/>
              <a:t>form.as_p</a:t>
            </a:r>
            <a:r>
              <a:rPr lang="en-US" dirty="0"/>
              <a:t> }} </a:t>
            </a:r>
          </a:p>
          <a:p>
            <a:r>
              <a:rPr lang="en-US" dirty="0"/>
              <a:t>&lt;button type="submit" </a:t>
            </a:r>
          </a:p>
          <a:p>
            <a:r>
              <a:rPr lang="en-US" dirty="0"/>
              <a:t>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-primary"&gt; </a:t>
            </a:r>
          </a:p>
          <a:p>
            <a:r>
              <a:rPr lang="en-US" dirty="0"/>
              <a:t>Update Review </a:t>
            </a:r>
          </a:p>
          <a:p>
            <a:r>
              <a:rPr lang="en-US" dirty="0"/>
              <a:t>&lt;/button&gt; </a:t>
            </a:r>
          </a:p>
          <a:p>
            <a:r>
              <a:rPr lang="en-US" dirty="0"/>
              <a:t>&lt;/form&gt; </a:t>
            </a:r>
          </a:p>
          <a:p>
            <a:r>
              <a:rPr lang="en-US" dirty="0"/>
              <a:t>&lt;/p&gt; </a:t>
            </a:r>
          </a:p>
          <a:p>
            <a:r>
              <a:rPr lang="en-US" dirty="0"/>
              <a:t>&lt;/div&gt; </a:t>
            </a:r>
          </a:p>
          <a:p>
            <a:r>
              <a:rPr lang="en-US" dirty="0"/>
              <a:t>&lt;/div&gt; </a:t>
            </a:r>
          </a:p>
          <a:p>
            <a:r>
              <a:rPr lang="en-US" dirty="0"/>
              <a:t>&lt;/div&gt; &lt;/div&gt; </a:t>
            </a:r>
          </a:p>
          <a:p>
            <a:r>
              <a:rPr lang="en-US" dirty="0"/>
              <a:t>{% </a:t>
            </a:r>
            <a:r>
              <a:rPr lang="en-US" dirty="0" err="1"/>
              <a:t>endblock</a:t>
            </a:r>
            <a:r>
              <a:rPr lang="en-US" dirty="0"/>
              <a:t> content %} </a:t>
            </a:r>
          </a:p>
        </p:txBody>
      </p:sp>
    </p:spTree>
    <p:extLst>
      <p:ext uri="{BB962C8B-B14F-4D97-AF65-F5344CB8AC3E}">
        <p14:creationId xmlns:p14="http://schemas.microsoft.com/office/powerpoint/2010/main" val="1273857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1C8B-30C1-4E3E-9078-F727D8EB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/movie/templates/ movie/ detail.html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15E1-6C44-4CA5-A1F5-39D29E40B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{% if </a:t>
            </a:r>
            <a:r>
              <a:rPr lang="en-US" dirty="0" err="1"/>
              <a:t>user.is_authenticated</a:t>
            </a:r>
            <a:r>
              <a:rPr lang="en-US" dirty="0"/>
              <a:t> and user == </a:t>
            </a:r>
          </a:p>
          <a:p>
            <a:r>
              <a:rPr lang="en-US" dirty="0" err="1"/>
              <a:t>review.user</a:t>
            </a:r>
            <a:r>
              <a:rPr lang="en-US" dirty="0"/>
              <a:t> %} 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 me-2" </a:t>
            </a:r>
          </a:p>
          <a:p>
            <a:r>
              <a:rPr lang="en-US" dirty="0" err="1"/>
              <a:t>href</a:t>
            </a:r>
            <a:r>
              <a:rPr lang="en-US" dirty="0"/>
              <a:t>="</a:t>
            </a:r>
            <a:r>
              <a:rPr lang="en-US" b="1" dirty="0"/>
              <a:t>{% </a:t>
            </a:r>
            <a:r>
              <a:rPr lang="en-US" b="1" dirty="0" err="1"/>
              <a:t>url</a:t>
            </a:r>
            <a:r>
              <a:rPr lang="en-US" b="1" dirty="0"/>
              <a:t> '</a:t>
            </a:r>
            <a:r>
              <a:rPr lang="en-US" b="1" dirty="0" err="1"/>
              <a:t>updatereview</a:t>
            </a:r>
            <a:r>
              <a:rPr lang="en-US" b="1" dirty="0"/>
              <a:t>' review.id %}</a:t>
            </a:r>
            <a:r>
              <a:rPr lang="en-US" dirty="0"/>
              <a:t>"&gt; </a:t>
            </a:r>
          </a:p>
          <a:p>
            <a:r>
              <a:rPr lang="en-US" dirty="0"/>
              <a:t>Update </a:t>
            </a:r>
          </a:p>
          <a:p>
            <a:r>
              <a:rPr lang="en-US" dirty="0"/>
              <a:t>&lt;/a&gt; 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-danger" </a:t>
            </a:r>
          </a:p>
          <a:p>
            <a:r>
              <a:rPr lang="en-US" dirty="0" err="1"/>
              <a:t>href</a:t>
            </a:r>
            <a:r>
              <a:rPr lang="en-US" dirty="0"/>
              <a:t>="#"&gt;Delete&lt;/a&gt; </a:t>
            </a:r>
          </a:p>
          <a:p>
            <a:r>
              <a:rPr lang="en-US" dirty="0"/>
              <a:t>{% endif %}</a:t>
            </a:r>
          </a:p>
        </p:txBody>
      </p:sp>
    </p:spTree>
    <p:extLst>
      <p:ext uri="{BB962C8B-B14F-4D97-AF65-F5344CB8AC3E}">
        <p14:creationId xmlns:p14="http://schemas.microsoft.com/office/powerpoint/2010/main" val="4093706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AAA5-45EC-4B46-BFD4-8917F093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a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31D8E-C734-4AD4-AEBD-20207230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Create a new path to delete a review in /movie/urls.py</a:t>
            </a:r>
          </a:p>
          <a:p>
            <a:r>
              <a:rPr lang="en-US" b="1" dirty="0">
                <a:solidFill>
                  <a:schemeClr val="tx1"/>
                </a:solidFill>
              </a:rPr>
              <a:t>path('review/&lt;</a:t>
            </a:r>
            <a:r>
              <a:rPr lang="en-US" b="1" dirty="0" err="1">
                <a:solidFill>
                  <a:schemeClr val="tx1"/>
                </a:solidFill>
              </a:rPr>
              <a:t>int:review_id</a:t>
            </a:r>
            <a:r>
              <a:rPr lang="en-US" b="1" dirty="0">
                <a:solidFill>
                  <a:schemeClr val="tx1"/>
                </a:solidFill>
              </a:rPr>
              <a:t>&gt;/delete', </a:t>
            </a:r>
            <a:r>
              <a:rPr lang="en-US" b="1" dirty="0" err="1">
                <a:solidFill>
                  <a:schemeClr val="tx1"/>
                </a:solidFill>
              </a:rPr>
              <a:t>views.deletereview</a:t>
            </a:r>
            <a:r>
              <a:rPr lang="en-US" b="1" dirty="0">
                <a:solidFill>
                  <a:schemeClr val="tx1"/>
                </a:solidFill>
              </a:rPr>
              <a:t>, name='</a:t>
            </a:r>
            <a:r>
              <a:rPr lang="en-US" b="1" dirty="0" err="1">
                <a:solidFill>
                  <a:schemeClr val="tx1"/>
                </a:solidFill>
              </a:rPr>
              <a:t>deletereview</a:t>
            </a:r>
            <a:r>
              <a:rPr lang="en-US" b="1" dirty="0">
                <a:solidFill>
                  <a:schemeClr val="tx1"/>
                </a:solidFill>
              </a:rPr>
              <a:t>’),</a:t>
            </a:r>
          </a:p>
          <a:p>
            <a:r>
              <a:rPr lang="en-US" b="1" dirty="0">
                <a:solidFill>
                  <a:srgbClr val="FF0000"/>
                </a:solidFill>
              </a:rPr>
              <a:t>In /movie/views.py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def </a:t>
            </a:r>
            <a:r>
              <a:rPr lang="en-US" b="1" dirty="0" err="1"/>
              <a:t>deletereview</a:t>
            </a:r>
            <a:r>
              <a:rPr lang="en-US" b="1" dirty="0"/>
              <a:t>(request, </a:t>
            </a:r>
            <a:r>
              <a:rPr lang="en-US" b="1" dirty="0" err="1"/>
              <a:t>review_id</a:t>
            </a:r>
            <a:r>
              <a:rPr lang="en-US" b="1" dirty="0"/>
              <a:t>): </a:t>
            </a:r>
            <a:endParaRPr lang="en-US" dirty="0"/>
          </a:p>
          <a:p>
            <a:r>
              <a:rPr lang="en-US" b="1" dirty="0"/>
              <a:t>review = get_object_or_404(Review, pk=</a:t>
            </a:r>
            <a:r>
              <a:rPr lang="en-US" b="1" dirty="0" err="1"/>
              <a:t>review_id</a:t>
            </a:r>
            <a:r>
              <a:rPr lang="en-US" b="1" dirty="0"/>
              <a:t>, </a:t>
            </a:r>
            <a:endParaRPr lang="en-US" dirty="0"/>
          </a:p>
          <a:p>
            <a:r>
              <a:rPr lang="en-US" b="1" dirty="0"/>
              <a:t>user=</a:t>
            </a:r>
            <a:r>
              <a:rPr lang="en-US" b="1" dirty="0" err="1"/>
              <a:t>request.user</a:t>
            </a:r>
            <a:r>
              <a:rPr lang="en-US" b="1" dirty="0"/>
              <a:t>) </a:t>
            </a:r>
            <a:endParaRPr lang="en-US" dirty="0"/>
          </a:p>
          <a:p>
            <a:r>
              <a:rPr lang="en-US" b="1" dirty="0" err="1"/>
              <a:t>review.delete</a:t>
            </a:r>
            <a:r>
              <a:rPr lang="en-US" b="1" dirty="0"/>
              <a:t>() </a:t>
            </a:r>
            <a:endParaRPr lang="en-US" dirty="0"/>
          </a:p>
          <a:p>
            <a:r>
              <a:rPr lang="en-US" b="1" dirty="0"/>
              <a:t>return redirect('detail', review.movie.id)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863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4939-D729-423E-8E19-8E7C0E9E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6984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/movie/templates/ movie/detail.html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5D2C2-1212-4F0A-9776-E486A9C4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{% if </a:t>
            </a:r>
            <a:r>
              <a:rPr lang="en-US" dirty="0" err="1"/>
              <a:t>user.is_authenticated</a:t>
            </a:r>
            <a:r>
              <a:rPr lang="en-US" dirty="0"/>
              <a:t> and user == </a:t>
            </a:r>
          </a:p>
          <a:p>
            <a:r>
              <a:rPr lang="en-US" dirty="0" err="1"/>
              <a:t>review.user</a:t>
            </a:r>
            <a:r>
              <a:rPr lang="en-US" dirty="0"/>
              <a:t> %} 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 me-2" </a:t>
            </a:r>
          </a:p>
          <a:p>
            <a:r>
              <a:rPr lang="en-US" dirty="0" err="1"/>
              <a:t>href</a:t>
            </a:r>
            <a:r>
              <a:rPr lang="en-US" dirty="0"/>
              <a:t>="{% </a:t>
            </a:r>
            <a:r>
              <a:rPr lang="en-US" dirty="0" err="1"/>
              <a:t>url</a:t>
            </a:r>
            <a:r>
              <a:rPr lang="en-US" dirty="0"/>
              <a:t> '</a:t>
            </a:r>
            <a:r>
              <a:rPr lang="en-US" dirty="0" err="1"/>
              <a:t>updatereview</a:t>
            </a:r>
            <a:r>
              <a:rPr lang="en-US" dirty="0"/>
              <a:t>' review.id </a:t>
            </a:r>
          </a:p>
          <a:p>
            <a:r>
              <a:rPr lang="en-US" dirty="0"/>
              <a:t>%}"&gt; </a:t>
            </a:r>
          </a:p>
          <a:p>
            <a:r>
              <a:rPr lang="en-US" dirty="0"/>
              <a:t>Update </a:t>
            </a:r>
          </a:p>
          <a:p>
            <a:r>
              <a:rPr lang="en-US" dirty="0"/>
              <a:t>&lt;/a&gt; </a:t>
            </a:r>
          </a:p>
          <a:p>
            <a:r>
              <a:rPr lang="en-US" dirty="0"/>
              <a:t>&lt;a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-danger" </a:t>
            </a:r>
          </a:p>
          <a:p>
            <a:r>
              <a:rPr lang="en-US" sz="4000" dirty="0" err="1"/>
              <a:t>href</a:t>
            </a:r>
            <a:r>
              <a:rPr lang="en-US" sz="4000" dirty="0"/>
              <a:t>="</a:t>
            </a:r>
            <a:r>
              <a:rPr lang="en-US" sz="4000" b="1" dirty="0"/>
              <a:t>{% </a:t>
            </a:r>
            <a:r>
              <a:rPr lang="en-US" sz="4000" b="1" dirty="0" err="1"/>
              <a:t>url</a:t>
            </a:r>
            <a:r>
              <a:rPr lang="en-US" sz="4000" b="1" dirty="0"/>
              <a:t> '</a:t>
            </a:r>
            <a:r>
              <a:rPr lang="en-US" sz="4000" b="1" dirty="0" err="1"/>
              <a:t>deletereview</a:t>
            </a:r>
            <a:r>
              <a:rPr lang="en-US" sz="4000" b="1" dirty="0"/>
              <a:t>' review.id %}</a:t>
            </a:r>
            <a:r>
              <a:rPr lang="en-US" sz="4000" dirty="0"/>
              <a:t>"&gt; </a:t>
            </a:r>
          </a:p>
          <a:p>
            <a:r>
              <a:rPr lang="en-US" dirty="0"/>
              <a:t>Delete </a:t>
            </a:r>
          </a:p>
          <a:p>
            <a:r>
              <a:rPr lang="en-US" dirty="0"/>
              <a:t>&lt;/a&gt; </a:t>
            </a:r>
          </a:p>
          <a:p>
            <a:r>
              <a:rPr lang="en-US" dirty="0"/>
              <a:t>{% endif %}</a:t>
            </a:r>
          </a:p>
        </p:txBody>
      </p:sp>
    </p:spTree>
    <p:extLst>
      <p:ext uri="{BB962C8B-B14F-4D97-AF65-F5344CB8AC3E}">
        <p14:creationId xmlns:p14="http://schemas.microsoft.com/office/powerpoint/2010/main" val="2449203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AD87-BF61-42E5-BFC5-23C80E96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authorization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1E6D9-23D8-4B7C-B8FA-1CBC5A7D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/movie/views.py</a:t>
            </a:r>
          </a:p>
          <a:p>
            <a:r>
              <a:rPr lang="en-US" dirty="0"/>
              <a:t>from </a:t>
            </a:r>
            <a:r>
              <a:rPr lang="en-US" dirty="0" err="1"/>
              <a:t>django.contrib.auth.decorators</a:t>
            </a:r>
            <a:r>
              <a:rPr lang="en-US" dirty="0"/>
              <a:t> import </a:t>
            </a:r>
            <a:r>
              <a:rPr lang="en-US" dirty="0" err="1"/>
              <a:t>login_required</a:t>
            </a:r>
            <a:endParaRPr lang="en-US" dirty="0"/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createreview</a:t>
            </a:r>
            <a:r>
              <a:rPr lang="en-US" dirty="0"/>
              <a:t>(request, </a:t>
            </a:r>
            <a:r>
              <a:rPr lang="en-US" dirty="0" err="1"/>
              <a:t>movie_id</a:t>
            </a:r>
            <a:r>
              <a:rPr lang="en-US" dirty="0"/>
              <a:t>): </a:t>
            </a:r>
          </a:p>
          <a:p>
            <a:r>
              <a:rPr lang="en-US" dirty="0"/>
              <a:t>… 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updatereview</a:t>
            </a:r>
            <a:r>
              <a:rPr lang="en-US" dirty="0"/>
              <a:t>(request, </a:t>
            </a:r>
            <a:r>
              <a:rPr lang="en-US" dirty="0" err="1"/>
              <a:t>review_id</a:t>
            </a:r>
            <a:r>
              <a:rPr lang="en-US" dirty="0"/>
              <a:t>): </a:t>
            </a:r>
          </a:p>
          <a:p>
            <a:r>
              <a:rPr lang="en-US" dirty="0"/>
              <a:t>… 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deletereview</a:t>
            </a:r>
            <a:r>
              <a:rPr lang="en-US" dirty="0"/>
              <a:t>(request, </a:t>
            </a:r>
            <a:r>
              <a:rPr lang="en-US" dirty="0" err="1"/>
              <a:t>review_id</a:t>
            </a:r>
            <a:r>
              <a:rPr lang="en-US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3036915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87B1-DCB7-478A-A99D-E1C48F25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B6A38-B953-4BEB-BAA7-D65CBE1D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/accounts/views.py </a:t>
            </a:r>
          </a:p>
          <a:p>
            <a:r>
              <a:rPr lang="en-US" b="1" dirty="0"/>
              <a:t>from </a:t>
            </a:r>
            <a:r>
              <a:rPr lang="en-US" b="1" dirty="0" err="1"/>
              <a:t>django.contrib.auth.decorators</a:t>
            </a:r>
            <a:r>
              <a:rPr lang="en-US" b="1" dirty="0"/>
              <a:t> import </a:t>
            </a:r>
            <a:r>
              <a:rPr lang="en-US" b="1" dirty="0" err="1"/>
              <a:t>login_required</a:t>
            </a:r>
            <a:endParaRPr lang="en-US" b="1" dirty="0"/>
          </a:p>
          <a:p>
            <a:r>
              <a:rPr lang="en-US" dirty="0"/>
              <a:t>…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createreview</a:t>
            </a:r>
            <a:r>
              <a:rPr lang="en-US" dirty="0"/>
              <a:t>(request, </a:t>
            </a:r>
            <a:r>
              <a:rPr lang="en-US" dirty="0" err="1"/>
              <a:t>movie_id</a:t>
            </a:r>
            <a:r>
              <a:rPr lang="en-US" dirty="0"/>
              <a:t>): </a:t>
            </a:r>
          </a:p>
          <a:p>
            <a:r>
              <a:rPr lang="en-US" dirty="0"/>
              <a:t>… 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updatereview</a:t>
            </a:r>
            <a:r>
              <a:rPr lang="en-US" dirty="0"/>
              <a:t>(request, </a:t>
            </a:r>
            <a:r>
              <a:rPr lang="en-US" dirty="0" err="1"/>
              <a:t>review_id</a:t>
            </a:r>
            <a:r>
              <a:rPr lang="en-US" dirty="0"/>
              <a:t>): </a:t>
            </a:r>
          </a:p>
          <a:p>
            <a:r>
              <a:rPr lang="en-US" dirty="0"/>
              <a:t>… 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deletereview</a:t>
            </a:r>
            <a:r>
              <a:rPr lang="en-US" dirty="0"/>
              <a:t>(request, </a:t>
            </a:r>
            <a:r>
              <a:rPr lang="en-US" dirty="0" err="1"/>
              <a:t>review_id</a:t>
            </a:r>
            <a:r>
              <a:rPr lang="en-US" dirty="0"/>
              <a:t>): </a:t>
            </a: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34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7FA8-A9A7-48E4-A865-D6BB3C66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69C5-5C8B-4E52-9C3B-A99AC778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/accounts/views.py </a:t>
            </a:r>
          </a:p>
          <a:p>
            <a:r>
              <a:rPr lang="en-US" b="1" dirty="0"/>
              <a:t>from </a:t>
            </a:r>
            <a:r>
              <a:rPr lang="en-US" b="1" dirty="0" err="1"/>
              <a:t>django.contrib.auth.decorators</a:t>
            </a:r>
            <a:r>
              <a:rPr lang="en-US" b="1" dirty="0"/>
              <a:t> import </a:t>
            </a:r>
            <a:endParaRPr lang="en-US" dirty="0"/>
          </a:p>
          <a:p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…</a:t>
            </a:r>
          </a:p>
          <a:p>
            <a:r>
              <a:rPr lang="en-US" b="1" dirty="0"/>
              <a:t>@</a:t>
            </a:r>
            <a:r>
              <a:rPr lang="en-US" b="1" dirty="0" err="1"/>
              <a:t>login_required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logoutaccount</a:t>
            </a:r>
            <a:r>
              <a:rPr lang="en-US" dirty="0"/>
              <a:t>(request): </a:t>
            </a:r>
          </a:p>
          <a:p>
            <a:r>
              <a:rPr lang="en-US" dirty="0"/>
              <a:t>…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/settings.py </a:t>
            </a:r>
          </a:p>
          <a:p>
            <a:r>
              <a:rPr lang="en-US" b="1" dirty="0"/>
              <a:t>LOGIN_URL = '</a:t>
            </a:r>
            <a:r>
              <a:rPr lang="en-US" b="1" dirty="0" err="1"/>
              <a:t>loginaccount</a:t>
            </a:r>
            <a:r>
              <a:rPr lang="en-US" b="1" dirty="0"/>
              <a:t>'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474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304</TotalTime>
  <Words>1176</Words>
  <Application>Microsoft Office PowerPoint</Application>
  <PresentationFormat>Widescreen</PresentationFormat>
  <Paragraphs>254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Calibri Light</vt:lpstr>
      <vt:lpstr>Wingdings</vt:lpstr>
      <vt:lpstr>Retrospect</vt:lpstr>
      <vt:lpstr>Letting Users Create, Read, Update, and Delete Movie Reviews</vt:lpstr>
      <vt:lpstr>contents</vt:lpstr>
      <vt:lpstr>PowerPoint Presentation</vt:lpstr>
      <vt:lpstr>Register Review model to admin</vt:lpstr>
      <vt:lpstr>Creating a review </vt:lpstr>
      <vt:lpstr>/movie/views.py </vt:lpstr>
      <vt:lpstr>/movie/templates/ movie/ createreview.html </vt:lpstr>
      <vt:lpstr>In /movie, create the forms.py file</vt:lpstr>
      <vt:lpstr>Update /movie/templates/ movie/ detail.html</vt:lpstr>
      <vt:lpstr>Movie detail page</vt:lpstr>
      <vt:lpstr>After adding review check the admin panel </vt:lpstr>
      <vt:lpstr>Listing reviews  Now, we want to list a movie's reviews on the movie details page </vt:lpstr>
      <vt:lpstr>in /movie/templates/movie/ detail.html</vt:lpstr>
      <vt:lpstr>PowerPoint Presentation</vt:lpstr>
      <vt:lpstr>Updating a review  in /movie/urls.py: </vt:lpstr>
      <vt:lpstr>In /movie/views.py </vt:lpstr>
      <vt:lpstr>/movie/templates/ movie/ updatereview.html </vt:lpstr>
      <vt:lpstr>/movie/templates/ movie/ detail.html</vt:lpstr>
      <vt:lpstr>Deleting a review</vt:lpstr>
      <vt:lpstr>/movie/templates/ movie/detail.html</vt:lpstr>
      <vt:lpstr>Implementing authorization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Letting Users Create, Read, Update, and Delete Movie Reviews</dc:title>
  <dc:creator>Ami Patel</dc:creator>
  <cp:lastModifiedBy>Ami Patel</cp:lastModifiedBy>
  <cp:revision>27</cp:revision>
  <dcterms:created xsi:type="dcterms:W3CDTF">2025-07-14T05:41:17Z</dcterms:created>
  <dcterms:modified xsi:type="dcterms:W3CDTF">2026-06-30T10:47:09Z</dcterms:modified>
</cp:coreProperties>
</file>